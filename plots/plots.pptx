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2" r:id="rId10"/>
    <p:sldId id="273" r:id="rId11"/>
    <p:sldId id="265" r:id="rId12"/>
    <p:sldId id="263" r:id="rId13"/>
    <p:sldId id="266" r:id="rId14"/>
    <p:sldId id="267" r:id="rId15"/>
    <p:sldId id="269" r:id="rId16"/>
    <p:sldId id="270" r:id="rId17"/>
    <p:sldId id="268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FF8"/>
    <a:srgbClr val="BED7ED"/>
    <a:srgbClr val="D38E55"/>
    <a:srgbClr val="3BFF21"/>
    <a:srgbClr val="2BFDF3"/>
    <a:srgbClr val="E1EFD8"/>
    <a:srgbClr val="FD7B24"/>
    <a:srgbClr val="DFAD83"/>
    <a:srgbClr val="E2F0D9"/>
    <a:srgbClr val="F4D7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18D31-6BE9-4E9D-9C8F-96CA23D2B936}" v="413" dt="2026-07-29T07:06:38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 Sun" userId="9bfd5afd-7064-4376-adff-af4cfdf8173d" providerId="ADAL" clId="{B691AB88-3184-499F-872B-2466B7A04132}"/>
    <pc:docChg chg="undo custSel addSld modSld sldOrd">
      <pc:chgData name="Yu Sun" userId="9bfd5afd-7064-4376-adff-af4cfdf8173d" providerId="ADAL" clId="{B691AB88-3184-499F-872B-2466B7A04132}" dt="2026-07-30T01:58:32.523" v="2549" actId="1076"/>
      <pc:docMkLst>
        <pc:docMk/>
      </pc:docMkLst>
      <pc:sldChg chg="addSp delSp modSp mod">
        <pc:chgData name="Yu Sun" userId="9bfd5afd-7064-4376-adff-af4cfdf8173d" providerId="ADAL" clId="{B691AB88-3184-499F-872B-2466B7A04132}" dt="2026-07-28T06:28:05.909" v="16" actId="1076"/>
        <pc:sldMkLst>
          <pc:docMk/>
          <pc:sldMk cId="4209555621" sldId="261"/>
        </pc:sldMkLst>
        <pc:picChg chg="add mod ord modCrop">
          <ac:chgData name="Yu Sun" userId="9bfd5afd-7064-4376-adff-af4cfdf8173d" providerId="ADAL" clId="{B691AB88-3184-499F-872B-2466B7A04132}" dt="2026-07-28T06:23:43.773" v="12" actId="1076"/>
          <ac:picMkLst>
            <pc:docMk/>
            <pc:sldMk cId="4209555621" sldId="261"/>
            <ac:picMk id="21" creationId="{293295B2-3DE3-2AE9-129A-E88EBF79A36E}"/>
          </ac:picMkLst>
        </pc:picChg>
        <pc:picChg chg="add del mod">
          <ac:chgData name="Yu Sun" userId="9bfd5afd-7064-4376-adff-af4cfdf8173d" providerId="ADAL" clId="{B691AB88-3184-499F-872B-2466B7A04132}" dt="2026-07-28T06:28:05.909" v="16" actId="1076"/>
          <ac:picMkLst>
            <pc:docMk/>
            <pc:sldMk cId="4209555621" sldId="261"/>
            <ac:picMk id="22" creationId="{9C9CCB68-6D15-887A-0202-706BA06B84D3}"/>
          </ac:picMkLst>
        </pc:picChg>
      </pc:sldChg>
      <pc:sldChg chg="addSp delSp modSp new mod">
        <pc:chgData name="Yu Sun" userId="9bfd5afd-7064-4376-adff-af4cfdf8173d" providerId="ADAL" clId="{B691AB88-3184-499F-872B-2466B7A04132}" dt="2026-07-28T08:09:25.335" v="22" actId="1076"/>
        <pc:sldMkLst>
          <pc:docMk/>
          <pc:sldMk cId="2491296057" sldId="262"/>
        </pc:sldMkLst>
        <pc:picChg chg="add mod">
          <ac:chgData name="Yu Sun" userId="9bfd5afd-7064-4376-adff-af4cfdf8173d" providerId="ADAL" clId="{B691AB88-3184-499F-872B-2466B7A04132}" dt="2026-07-28T08:09:18.620" v="20" actId="1076"/>
          <ac:picMkLst>
            <pc:docMk/>
            <pc:sldMk cId="2491296057" sldId="262"/>
            <ac:picMk id="1026" creationId="{BC9EF564-0BC2-5B6A-345C-BECEB2BCE3C6}"/>
          </ac:picMkLst>
        </pc:picChg>
        <pc:picChg chg="add mod">
          <ac:chgData name="Yu Sun" userId="9bfd5afd-7064-4376-adff-af4cfdf8173d" providerId="ADAL" clId="{B691AB88-3184-499F-872B-2466B7A04132}" dt="2026-07-28T08:09:25.335" v="22" actId="1076"/>
          <ac:picMkLst>
            <pc:docMk/>
            <pc:sldMk cId="2491296057" sldId="262"/>
            <ac:picMk id="1028" creationId="{31C41DEE-D9FB-130D-C69D-E34E34F4E245}"/>
          </ac:picMkLst>
        </pc:picChg>
      </pc:sldChg>
      <pc:sldChg chg="addSp delSp modSp new mod ord">
        <pc:chgData name="Yu Sun" userId="9bfd5afd-7064-4376-adff-af4cfdf8173d" providerId="ADAL" clId="{B691AB88-3184-499F-872B-2466B7A04132}" dt="2026-07-29T02:49:11.031" v="1150"/>
        <pc:sldMkLst>
          <pc:docMk/>
          <pc:sldMk cId="626499059" sldId="263"/>
        </pc:sldMkLst>
        <pc:spChg chg="del">
          <ac:chgData name="Yu Sun" userId="9bfd5afd-7064-4376-adff-af4cfdf8173d" providerId="ADAL" clId="{B691AB88-3184-499F-872B-2466B7A04132}" dt="2026-07-29T01:22:11.603" v="24" actId="478"/>
          <ac:spMkLst>
            <pc:docMk/>
            <pc:sldMk cId="626499059" sldId="263"/>
            <ac:spMk id="2" creationId="{F4E79773-6A48-CB2C-C3D8-97BFE6A37B64}"/>
          </ac:spMkLst>
        </pc:spChg>
        <pc:spChg chg="del">
          <ac:chgData name="Yu Sun" userId="9bfd5afd-7064-4376-adff-af4cfdf8173d" providerId="ADAL" clId="{B691AB88-3184-499F-872B-2466B7A04132}" dt="2026-07-29T01:22:11.603" v="24" actId="478"/>
          <ac:spMkLst>
            <pc:docMk/>
            <pc:sldMk cId="626499059" sldId="263"/>
            <ac:spMk id="3" creationId="{ED9494A7-FBC3-87EF-2113-16E0123560A7}"/>
          </ac:spMkLst>
        </pc:spChg>
        <pc:spChg chg="add mod">
          <ac:chgData name="Yu Sun" userId="9bfd5afd-7064-4376-adff-af4cfdf8173d" providerId="ADAL" clId="{B691AB88-3184-499F-872B-2466B7A04132}" dt="2026-07-29T01:26:14.807" v="75" actId="207"/>
          <ac:spMkLst>
            <pc:docMk/>
            <pc:sldMk cId="626499059" sldId="263"/>
            <ac:spMk id="14" creationId="{DAA49E5D-5F6B-025F-B01E-F43D4DE27792}"/>
          </ac:spMkLst>
        </pc:spChg>
        <pc:spChg chg="add mod">
          <ac:chgData name="Yu Sun" userId="9bfd5afd-7064-4376-adff-af4cfdf8173d" providerId="ADAL" clId="{B691AB88-3184-499F-872B-2466B7A04132}" dt="2026-07-29T01:26:20.011" v="76" actId="207"/>
          <ac:spMkLst>
            <pc:docMk/>
            <pc:sldMk cId="626499059" sldId="263"/>
            <ac:spMk id="15" creationId="{7C4CEC05-8B97-D776-203F-440141611166}"/>
          </ac:spMkLst>
        </pc:spChg>
        <pc:spChg chg="add mod">
          <ac:chgData name="Yu Sun" userId="9bfd5afd-7064-4376-adff-af4cfdf8173d" providerId="ADAL" clId="{B691AB88-3184-499F-872B-2466B7A04132}" dt="2026-07-29T01:26:26.163" v="77" actId="207"/>
          <ac:spMkLst>
            <pc:docMk/>
            <pc:sldMk cId="626499059" sldId="263"/>
            <ac:spMk id="16" creationId="{64674FC9-6421-2495-217B-B09C6909A9A3}"/>
          </ac:spMkLst>
        </pc:spChg>
        <pc:spChg chg="add mod">
          <ac:chgData name="Yu Sun" userId="9bfd5afd-7064-4376-adff-af4cfdf8173d" providerId="ADAL" clId="{B691AB88-3184-499F-872B-2466B7A04132}" dt="2026-07-29T01:34:39.691" v="189" actId="113"/>
          <ac:spMkLst>
            <pc:docMk/>
            <pc:sldMk cId="626499059" sldId="263"/>
            <ac:spMk id="28" creationId="{E75C278F-9A88-19BC-BB2F-4E8A9D980E79}"/>
          </ac:spMkLst>
        </pc:spChg>
        <pc:spChg chg="add del mod">
          <ac:chgData name="Yu Sun" userId="9bfd5afd-7064-4376-adff-af4cfdf8173d" providerId="ADAL" clId="{B691AB88-3184-499F-872B-2466B7A04132}" dt="2026-07-29T01:35:20.429" v="195" actId="688"/>
          <ac:spMkLst>
            <pc:docMk/>
            <pc:sldMk cId="626499059" sldId="263"/>
            <ac:spMk id="29" creationId="{687E9C72-9A2D-FE8B-21AF-8CCA8F82D349}"/>
          </ac:spMkLst>
        </pc:spChg>
        <pc:spChg chg="add mod">
          <ac:chgData name="Yu Sun" userId="9bfd5afd-7064-4376-adff-af4cfdf8173d" providerId="ADAL" clId="{B691AB88-3184-499F-872B-2466B7A04132}" dt="2026-07-29T01:35:01.702" v="192" actId="1076"/>
          <ac:spMkLst>
            <pc:docMk/>
            <pc:sldMk cId="626499059" sldId="263"/>
            <ac:spMk id="30" creationId="{B515A5DE-4447-75D3-A062-EFEA2DAE1F5D}"/>
          </ac:spMkLst>
        </pc:spChg>
        <pc:spChg chg="add del mod">
          <ac:chgData name="Yu Sun" userId="9bfd5afd-7064-4376-adff-af4cfdf8173d" providerId="ADAL" clId="{B691AB88-3184-499F-872B-2466B7A04132}" dt="2026-07-29T01:35:52.729" v="199" actId="478"/>
          <ac:spMkLst>
            <pc:docMk/>
            <pc:sldMk cId="626499059" sldId="263"/>
            <ac:spMk id="31" creationId="{CD37D19E-D8B5-7FDC-369F-77DFBCEFA637}"/>
          </ac:spMkLst>
        </pc:spChg>
        <pc:grpChg chg="add mod">
          <ac:chgData name="Yu Sun" userId="9bfd5afd-7064-4376-adff-af4cfdf8173d" providerId="ADAL" clId="{B691AB88-3184-499F-872B-2466B7A04132}" dt="2026-07-29T01:29:41.236" v="99" actId="1076"/>
          <ac:grpSpMkLst>
            <pc:docMk/>
            <pc:sldMk cId="626499059" sldId="263"/>
            <ac:grpSpMk id="20" creationId="{BF4FBC1F-32F5-2135-0AB5-3A5C38E875A6}"/>
          </ac:grpSpMkLst>
        </pc:grpChg>
        <pc:grpChg chg="add mod">
          <ac:chgData name="Yu Sun" userId="9bfd5afd-7064-4376-adff-af4cfdf8173d" providerId="ADAL" clId="{B691AB88-3184-499F-872B-2466B7A04132}" dt="2026-07-29T01:29:37.141" v="98" actId="1076"/>
          <ac:grpSpMkLst>
            <pc:docMk/>
            <pc:sldMk cId="626499059" sldId="263"/>
            <ac:grpSpMk id="24" creationId="{9324D907-21F4-C75C-B82B-92A1D6E3785A}"/>
          </ac:grpSpMkLst>
        </pc:grpChg>
        <pc:picChg chg="add del mod">
          <ac:chgData name="Yu Sun" userId="9bfd5afd-7064-4376-adff-af4cfdf8173d" providerId="ADAL" clId="{B691AB88-3184-499F-872B-2466B7A04132}" dt="2026-07-29T01:22:41.788" v="30" actId="478"/>
          <ac:picMkLst>
            <pc:docMk/>
            <pc:sldMk cId="626499059" sldId="263"/>
            <ac:picMk id="4" creationId="{FE0D4CB0-9530-7339-8E5F-5C51AA69D7CE}"/>
          </ac:picMkLst>
        </pc:picChg>
        <pc:picChg chg="add del mod">
          <ac:chgData name="Yu Sun" userId="9bfd5afd-7064-4376-adff-af4cfdf8173d" providerId="ADAL" clId="{B691AB88-3184-499F-872B-2466B7A04132}" dt="2026-07-29T01:22:43.407" v="31" actId="478"/>
          <ac:picMkLst>
            <pc:docMk/>
            <pc:sldMk cId="626499059" sldId="263"/>
            <ac:picMk id="5" creationId="{46D9D096-3497-83EA-34F1-BC66473F066A}"/>
          </ac:picMkLst>
        </pc:picChg>
        <pc:picChg chg="add mod modCrop">
          <ac:chgData name="Yu Sun" userId="9bfd5afd-7064-4376-adff-af4cfdf8173d" providerId="ADAL" clId="{B691AB88-3184-499F-872B-2466B7A04132}" dt="2026-07-29T01:24:50.636" v="60" actId="1076"/>
          <ac:picMkLst>
            <pc:docMk/>
            <pc:sldMk cId="626499059" sldId="263"/>
            <ac:picMk id="7" creationId="{FFB6C55C-7F55-5659-152D-200BF7343462}"/>
          </ac:picMkLst>
        </pc:picChg>
        <pc:picChg chg="add del mod">
          <ac:chgData name="Yu Sun" userId="9bfd5afd-7064-4376-adff-af4cfdf8173d" providerId="ADAL" clId="{B691AB88-3184-499F-872B-2466B7A04132}" dt="2026-07-29T01:24:15.885" v="48" actId="22"/>
          <ac:picMkLst>
            <pc:docMk/>
            <pc:sldMk cId="626499059" sldId="263"/>
            <ac:picMk id="9" creationId="{6C1F8942-8ABC-BEF6-080F-A7734CE30E04}"/>
          </ac:picMkLst>
        </pc:picChg>
        <pc:picChg chg="add del mod">
          <ac:chgData name="Yu Sun" userId="9bfd5afd-7064-4376-adff-af4cfdf8173d" providerId="ADAL" clId="{B691AB88-3184-499F-872B-2466B7A04132}" dt="2026-07-29T01:24:12.804" v="44" actId="1076"/>
          <ac:picMkLst>
            <pc:docMk/>
            <pc:sldMk cId="626499059" sldId="263"/>
            <ac:picMk id="10" creationId="{CBB9C832-B49D-22B7-7196-2B5ECBF9A238}"/>
          </ac:picMkLst>
        </pc:picChg>
        <pc:picChg chg="add mod">
          <ac:chgData name="Yu Sun" userId="9bfd5afd-7064-4376-adff-af4cfdf8173d" providerId="ADAL" clId="{B691AB88-3184-499F-872B-2466B7A04132}" dt="2026-07-29T01:24:19.051" v="51"/>
          <ac:picMkLst>
            <pc:docMk/>
            <pc:sldMk cId="626499059" sldId="263"/>
            <ac:picMk id="11" creationId="{3386B8E1-3AAD-6659-6424-C21A74BFDFEF}"/>
          </ac:picMkLst>
        </pc:picChg>
        <pc:picChg chg="add mod">
          <ac:chgData name="Yu Sun" userId="9bfd5afd-7064-4376-adff-af4cfdf8173d" providerId="ADAL" clId="{B691AB88-3184-499F-872B-2466B7A04132}" dt="2026-07-29T01:25:16.624" v="66" actId="1076"/>
          <ac:picMkLst>
            <pc:docMk/>
            <pc:sldMk cId="626499059" sldId="263"/>
            <ac:picMk id="13" creationId="{96645A17-F889-2CBE-F440-3B2D5DB2AEEC}"/>
          </ac:picMkLst>
        </pc:picChg>
        <pc:picChg chg="add mod">
          <ac:chgData name="Yu Sun" userId="9bfd5afd-7064-4376-adff-af4cfdf8173d" providerId="ADAL" clId="{B691AB88-3184-499F-872B-2466B7A04132}" dt="2026-07-29T01:28:15.727" v="88" actId="164"/>
          <ac:picMkLst>
            <pc:docMk/>
            <pc:sldMk cId="626499059" sldId="263"/>
            <ac:picMk id="17" creationId="{9A2E0062-2814-9227-54B2-13F08AECFE17}"/>
          </ac:picMkLst>
        </pc:picChg>
        <pc:picChg chg="add mod">
          <ac:chgData name="Yu Sun" userId="9bfd5afd-7064-4376-adff-af4cfdf8173d" providerId="ADAL" clId="{B691AB88-3184-499F-872B-2466B7A04132}" dt="2026-07-29T01:28:15.727" v="88" actId="164"/>
          <ac:picMkLst>
            <pc:docMk/>
            <pc:sldMk cId="626499059" sldId="263"/>
            <ac:picMk id="18" creationId="{58976AFF-2C2A-4633-7C55-08AF63427911}"/>
          </ac:picMkLst>
        </pc:picChg>
        <pc:picChg chg="add mod">
          <ac:chgData name="Yu Sun" userId="9bfd5afd-7064-4376-adff-af4cfdf8173d" providerId="ADAL" clId="{B691AB88-3184-499F-872B-2466B7A04132}" dt="2026-07-29T01:28:15.727" v="88" actId="164"/>
          <ac:picMkLst>
            <pc:docMk/>
            <pc:sldMk cId="626499059" sldId="263"/>
            <ac:picMk id="19" creationId="{353C1462-DF51-1DEE-6E8C-71BD1C11A4F2}"/>
          </ac:picMkLst>
        </pc:picChg>
        <pc:picChg chg="add mod">
          <ac:chgData name="Yu Sun" userId="9bfd5afd-7064-4376-adff-af4cfdf8173d" providerId="ADAL" clId="{B691AB88-3184-499F-872B-2466B7A04132}" dt="2026-07-29T01:29:30.771" v="97" actId="164"/>
          <ac:picMkLst>
            <pc:docMk/>
            <pc:sldMk cId="626499059" sldId="263"/>
            <ac:picMk id="21" creationId="{E32A17C2-6686-4405-6161-6638460E5278}"/>
          </ac:picMkLst>
        </pc:picChg>
        <pc:picChg chg="add mod">
          <ac:chgData name="Yu Sun" userId="9bfd5afd-7064-4376-adff-af4cfdf8173d" providerId="ADAL" clId="{B691AB88-3184-499F-872B-2466B7A04132}" dt="2026-07-29T01:29:30.771" v="97" actId="164"/>
          <ac:picMkLst>
            <pc:docMk/>
            <pc:sldMk cId="626499059" sldId="263"/>
            <ac:picMk id="22" creationId="{7AD33970-40FB-C513-237D-128488608FE9}"/>
          </ac:picMkLst>
        </pc:picChg>
        <pc:picChg chg="add mod">
          <ac:chgData name="Yu Sun" userId="9bfd5afd-7064-4376-adff-af4cfdf8173d" providerId="ADAL" clId="{B691AB88-3184-499F-872B-2466B7A04132}" dt="2026-07-29T01:29:30.771" v="97" actId="164"/>
          <ac:picMkLst>
            <pc:docMk/>
            <pc:sldMk cId="626499059" sldId="263"/>
            <ac:picMk id="23" creationId="{BA1B61EC-713A-ED5A-D6CA-8747E47286A4}"/>
          </ac:picMkLst>
        </pc:picChg>
        <pc:cxnChg chg="add mod">
          <ac:chgData name="Yu Sun" userId="9bfd5afd-7064-4376-adff-af4cfdf8173d" providerId="ADAL" clId="{B691AB88-3184-499F-872B-2466B7A04132}" dt="2026-07-29T01:30:36.906" v="105" actId="1582"/>
          <ac:cxnSpMkLst>
            <pc:docMk/>
            <pc:sldMk cId="626499059" sldId="263"/>
            <ac:cxnSpMk id="26" creationId="{4AA5DE89-0AEA-165E-F75F-50A7C05974A0}"/>
          </ac:cxnSpMkLst>
        </pc:cxnChg>
      </pc:sldChg>
      <pc:sldChg chg="addSp delSp modSp new mod">
        <pc:chgData name="Yu Sun" userId="9bfd5afd-7064-4376-adff-af4cfdf8173d" providerId="ADAL" clId="{B691AB88-3184-499F-872B-2466B7A04132}" dt="2026-07-29T07:05:48.614" v="2533" actId="1076"/>
        <pc:sldMkLst>
          <pc:docMk/>
          <pc:sldMk cId="2909114551" sldId="264"/>
        </pc:sldMkLst>
        <pc:spChg chg="del">
          <ac:chgData name="Yu Sun" userId="9bfd5afd-7064-4376-adff-af4cfdf8173d" providerId="ADAL" clId="{B691AB88-3184-499F-872B-2466B7A04132}" dt="2026-07-29T01:45:15.351" v="201" actId="478"/>
          <ac:spMkLst>
            <pc:docMk/>
            <pc:sldMk cId="2909114551" sldId="264"/>
            <ac:spMk id="2" creationId="{10855CC8-4E39-2244-8BA7-D3213BA8630B}"/>
          </ac:spMkLst>
        </pc:spChg>
        <pc:spChg chg="del">
          <ac:chgData name="Yu Sun" userId="9bfd5afd-7064-4376-adff-af4cfdf8173d" providerId="ADAL" clId="{B691AB88-3184-499F-872B-2466B7A04132}" dt="2026-07-29T01:45:15.351" v="201" actId="478"/>
          <ac:spMkLst>
            <pc:docMk/>
            <pc:sldMk cId="2909114551" sldId="264"/>
            <ac:spMk id="3" creationId="{BAE92554-D1BB-4A47-6608-D2155AED1C71}"/>
          </ac:spMkLst>
        </pc:spChg>
        <pc:spChg chg="add">
          <ac:chgData name="Yu Sun" userId="9bfd5afd-7064-4376-adff-af4cfdf8173d" providerId="ADAL" clId="{B691AB88-3184-499F-872B-2466B7A04132}" dt="2026-07-29T01:45:15.651" v="202"/>
          <ac:spMkLst>
            <pc:docMk/>
            <pc:sldMk cId="2909114551" sldId="264"/>
            <ac:spMk id="4" creationId="{9BBD0EA1-3599-80DD-9D60-6872DD3E468E}"/>
          </ac:spMkLst>
        </pc:spChg>
        <pc:spChg chg="add">
          <ac:chgData name="Yu Sun" userId="9bfd5afd-7064-4376-adff-af4cfdf8173d" providerId="ADAL" clId="{B691AB88-3184-499F-872B-2466B7A04132}" dt="2026-07-29T01:45:19.582" v="203"/>
          <ac:spMkLst>
            <pc:docMk/>
            <pc:sldMk cId="2909114551" sldId="264"/>
            <ac:spMk id="5" creationId="{F4258856-7B59-3EDA-1525-317C33AF69B8}"/>
          </ac:spMkLst>
        </pc:spChg>
        <pc:spChg chg="add mod">
          <ac:chgData name="Yu Sun" userId="9bfd5afd-7064-4376-adff-af4cfdf8173d" providerId="ADAL" clId="{B691AB88-3184-499F-872B-2466B7A04132}" dt="2026-07-29T01:46:57.951" v="242" actId="14100"/>
          <ac:spMkLst>
            <pc:docMk/>
            <pc:sldMk cId="2909114551" sldId="264"/>
            <ac:spMk id="7" creationId="{D458B1FE-4012-FE8F-D2B2-20E3C93A42D1}"/>
          </ac:spMkLst>
        </pc:spChg>
        <pc:spChg chg="add mod">
          <ac:chgData name="Yu Sun" userId="9bfd5afd-7064-4376-adff-af4cfdf8173d" providerId="ADAL" clId="{B691AB88-3184-499F-872B-2466B7A04132}" dt="2026-07-29T01:46:34.509" v="232" actId="14100"/>
          <ac:spMkLst>
            <pc:docMk/>
            <pc:sldMk cId="2909114551" sldId="264"/>
            <ac:spMk id="8" creationId="{8CB4042E-AEE0-0484-815F-017C028047A4}"/>
          </ac:spMkLst>
        </pc:spChg>
        <pc:spChg chg="add mod">
          <ac:chgData name="Yu Sun" userId="9bfd5afd-7064-4376-adff-af4cfdf8173d" providerId="ADAL" clId="{B691AB88-3184-499F-872B-2466B7A04132}" dt="2026-07-29T01:47:03.323" v="250" actId="1036"/>
          <ac:spMkLst>
            <pc:docMk/>
            <pc:sldMk cId="2909114551" sldId="264"/>
            <ac:spMk id="9" creationId="{3BAC18CC-5FED-EE5D-05AD-6805D9F870A9}"/>
          </ac:spMkLst>
        </pc:spChg>
        <pc:spChg chg="add del mod">
          <ac:chgData name="Yu Sun" userId="9bfd5afd-7064-4376-adff-af4cfdf8173d" providerId="ADAL" clId="{B691AB88-3184-499F-872B-2466B7A04132}" dt="2026-07-29T02:44:29.671" v="1084" actId="14100"/>
          <ac:spMkLst>
            <pc:docMk/>
            <pc:sldMk cId="2909114551" sldId="264"/>
            <ac:spMk id="10" creationId="{3F8B1834-FCC1-D7DD-51A5-6F3C33879BD5}"/>
          </ac:spMkLst>
        </pc:spChg>
        <pc:spChg chg="add mod">
          <ac:chgData name="Yu Sun" userId="9bfd5afd-7064-4376-adff-af4cfdf8173d" providerId="ADAL" clId="{B691AB88-3184-499F-872B-2466B7A04132}" dt="2026-07-29T01:48:18.326" v="260" actId="1076"/>
          <ac:spMkLst>
            <pc:docMk/>
            <pc:sldMk cId="2909114551" sldId="264"/>
            <ac:spMk id="11" creationId="{C1417101-9698-4D78-7233-5C5484A7F1B5}"/>
          </ac:spMkLst>
        </pc:spChg>
        <pc:spChg chg="add mod">
          <ac:chgData name="Yu Sun" userId="9bfd5afd-7064-4376-adff-af4cfdf8173d" providerId="ADAL" clId="{B691AB88-3184-499F-872B-2466B7A04132}" dt="2026-07-29T02:25:14.329" v="749" actId="1076"/>
          <ac:spMkLst>
            <pc:docMk/>
            <pc:sldMk cId="2909114551" sldId="264"/>
            <ac:spMk id="12" creationId="{9A592F9A-3790-8295-A99A-25CA5F284910}"/>
          </ac:spMkLst>
        </pc:spChg>
        <pc:spChg chg="add mod">
          <ac:chgData name="Yu Sun" userId="9bfd5afd-7064-4376-adff-af4cfdf8173d" providerId="ADAL" clId="{B691AB88-3184-499F-872B-2466B7A04132}" dt="2026-07-29T02:25:12.355" v="747" actId="1076"/>
          <ac:spMkLst>
            <pc:docMk/>
            <pc:sldMk cId="2909114551" sldId="264"/>
            <ac:spMk id="13" creationId="{FDBADECC-AC5C-D20E-C0C1-B893A96FEA78}"/>
          </ac:spMkLst>
        </pc:spChg>
        <pc:spChg chg="add mod">
          <ac:chgData name="Yu Sun" userId="9bfd5afd-7064-4376-adff-af4cfdf8173d" providerId="ADAL" clId="{B691AB88-3184-499F-872B-2466B7A04132}" dt="2026-07-29T01:51:17.029" v="290" actId="14100"/>
          <ac:spMkLst>
            <pc:docMk/>
            <pc:sldMk cId="2909114551" sldId="264"/>
            <ac:spMk id="14" creationId="{0A5E1A3B-B42B-E826-9C6E-FD80F90CDF60}"/>
          </ac:spMkLst>
        </pc:spChg>
        <pc:spChg chg="add mod">
          <ac:chgData name="Yu Sun" userId="9bfd5afd-7064-4376-adff-af4cfdf8173d" providerId="ADAL" clId="{B691AB88-3184-499F-872B-2466B7A04132}" dt="2026-07-29T01:55:12.864" v="302" actId="1076"/>
          <ac:spMkLst>
            <pc:docMk/>
            <pc:sldMk cId="2909114551" sldId="264"/>
            <ac:spMk id="18" creationId="{ECA0AA73-F7F7-89FC-5E0F-A8EF0C472A8E}"/>
          </ac:spMkLst>
        </pc:spChg>
        <pc:spChg chg="add mod">
          <ac:chgData name="Yu Sun" userId="9bfd5afd-7064-4376-adff-af4cfdf8173d" providerId="ADAL" clId="{B691AB88-3184-499F-872B-2466B7A04132}" dt="2026-07-29T01:58:27.655" v="356" actId="404"/>
          <ac:spMkLst>
            <pc:docMk/>
            <pc:sldMk cId="2909114551" sldId="264"/>
            <ac:spMk id="19" creationId="{002B6D73-6F2D-C938-7EBE-EE8D0D9A37C1}"/>
          </ac:spMkLst>
        </pc:spChg>
        <pc:spChg chg="add mod">
          <ac:chgData name="Yu Sun" userId="9bfd5afd-7064-4376-adff-af4cfdf8173d" providerId="ADAL" clId="{B691AB88-3184-499F-872B-2466B7A04132}" dt="2026-07-29T01:56:40.169" v="322" actId="14100"/>
          <ac:spMkLst>
            <pc:docMk/>
            <pc:sldMk cId="2909114551" sldId="264"/>
            <ac:spMk id="20" creationId="{330A498B-195A-F834-559F-6A2575EA24A3}"/>
          </ac:spMkLst>
        </pc:spChg>
        <pc:spChg chg="add mod">
          <ac:chgData name="Yu Sun" userId="9bfd5afd-7064-4376-adff-af4cfdf8173d" providerId="ADAL" clId="{B691AB88-3184-499F-872B-2466B7A04132}" dt="2026-07-29T01:56:45.659" v="325" actId="14100"/>
          <ac:spMkLst>
            <pc:docMk/>
            <pc:sldMk cId="2909114551" sldId="264"/>
            <ac:spMk id="21" creationId="{6B466A98-7053-B074-D0A6-B367814152AD}"/>
          </ac:spMkLst>
        </pc:spChg>
        <pc:spChg chg="add mod">
          <ac:chgData name="Yu Sun" userId="9bfd5afd-7064-4376-adff-af4cfdf8173d" providerId="ADAL" clId="{B691AB88-3184-499F-872B-2466B7A04132}" dt="2026-07-29T01:56:51.283" v="329" actId="1076"/>
          <ac:spMkLst>
            <pc:docMk/>
            <pc:sldMk cId="2909114551" sldId="264"/>
            <ac:spMk id="22" creationId="{BED38232-1022-53FD-A37D-EF7D69CB3682}"/>
          </ac:spMkLst>
        </pc:spChg>
        <pc:spChg chg="add mod">
          <ac:chgData name="Yu Sun" userId="9bfd5afd-7064-4376-adff-af4cfdf8173d" providerId="ADAL" clId="{B691AB88-3184-499F-872B-2466B7A04132}" dt="2026-07-29T01:58:05.784" v="350" actId="14100"/>
          <ac:spMkLst>
            <pc:docMk/>
            <pc:sldMk cId="2909114551" sldId="264"/>
            <ac:spMk id="23" creationId="{5DA51BB7-5B64-D8C9-79DC-84C670394B07}"/>
          </ac:spMkLst>
        </pc:spChg>
        <pc:spChg chg="add mod">
          <ac:chgData name="Yu Sun" userId="9bfd5afd-7064-4376-adff-af4cfdf8173d" providerId="ADAL" clId="{B691AB88-3184-499F-872B-2466B7A04132}" dt="2026-07-29T01:57:59.435" v="348" actId="1076"/>
          <ac:spMkLst>
            <pc:docMk/>
            <pc:sldMk cId="2909114551" sldId="264"/>
            <ac:spMk id="24" creationId="{A9D86AAC-F883-F41C-4E92-08B0219D454C}"/>
          </ac:spMkLst>
        </pc:spChg>
        <pc:spChg chg="add mod">
          <ac:chgData name="Yu Sun" userId="9bfd5afd-7064-4376-adff-af4cfdf8173d" providerId="ADAL" clId="{B691AB88-3184-499F-872B-2466B7A04132}" dt="2026-07-29T02:48:28.452" v="1147" actId="20577"/>
          <ac:spMkLst>
            <pc:docMk/>
            <pc:sldMk cId="2909114551" sldId="264"/>
            <ac:spMk id="25" creationId="{1DF74D1A-CBD0-4E34-647C-9FC79B94CA96}"/>
          </ac:spMkLst>
        </pc:spChg>
        <pc:spChg chg="add mod">
          <ac:chgData name="Yu Sun" userId="9bfd5afd-7064-4376-adff-af4cfdf8173d" providerId="ADAL" clId="{B691AB88-3184-499F-872B-2466B7A04132}" dt="2026-07-29T02:02:06.760" v="407" actId="404"/>
          <ac:spMkLst>
            <pc:docMk/>
            <pc:sldMk cId="2909114551" sldId="264"/>
            <ac:spMk id="26" creationId="{A7B7B218-6764-9EBC-0B5B-67914568550B}"/>
          </ac:spMkLst>
        </pc:spChg>
        <pc:spChg chg="add mod">
          <ac:chgData name="Yu Sun" userId="9bfd5afd-7064-4376-adff-af4cfdf8173d" providerId="ADAL" clId="{B691AB88-3184-499F-872B-2466B7A04132}" dt="2026-07-29T02:02:56.833" v="421" actId="14100"/>
          <ac:spMkLst>
            <pc:docMk/>
            <pc:sldMk cId="2909114551" sldId="264"/>
            <ac:spMk id="27" creationId="{DB2A3983-C46B-8D94-AE6A-6B769BFDABBE}"/>
          </ac:spMkLst>
        </pc:spChg>
        <pc:spChg chg="add mod">
          <ac:chgData name="Yu Sun" userId="9bfd5afd-7064-4376-adff-af4cfdf8173d" providerId="ADAL" clId="{B691AB88-3184-499F-872B-2466B7A04132}" dt="2026-07-29T02:03:02.102" v="423" actId="1076"/>
          <ac:spMkLst>
            <pc:docMk/>
            <pc:sldMk cId="2909114551" sldId="264"/>
            <ac:spMk id="28" creationId="{5D67521B-5AD4-8316-0594-067D0D07F1ED}"/>
          </ac:spMkLst>
        </pc:spChg>
        <pc:spChg chg="add mod">
          <ac:chgData name="Yu Sun" userId="9bfd5afd-7064-4376-adff-af4cfdf8173d" providerId="ADAL" clId="{B691AB88-3184-499F-872B-2466B7A04132}" dt="2026-07-29T02:08:58.425" v="505" actId="1076"/>
          <ac:spMkLst>
            <pc:docMk/>
            <pc:sldMk cId="2909114551" sldId="264"/>
            <ac:spMk id="32" creationId="{9947181B-AA17-E0E0-D63D-2E92B9354052}"/>
          </ac:spMkLst>
        </pc:spChg>
        <pc:spChg chg="add mod">
          <ac:chgData name="Yu Sun" userId="9bfd5afd-7064-4376-adff-af4cfdf8173d" providerId="ADAL" clId="{B691AB88-3184-499F-872B-2466B7A04132}" dt="2026-07-29T02:09:01.214" v="506" actId="1076"/>
          <ac:spMkLst>
            <pc:docMk/>
            <pc:sldMk cId="2909114551" sldId="264"/>
            <ac:spMk id="33" creationId="{6C0D4265-C641-CC40-DB3B-14A1E221E451}"/>
          </ac:spMkLst>
        </pc:spChg>
        <pc:spChg chg="add mod">
          <ac:chgData name="Yu Sun" userId="9bfd5afd-7064-4376-adff-af4cfdf8173d" providerId="ADAL" clId="{B691AB88-3184-499F-872B-2466B7A04132}" dt="2026-07-29T02:07:18.699" v="476" actId="14100"/>
          <ac:spMkLst>
            <pc:docMk/>
            <pc:sldMk cId="2909114551" sldId="264"/>
            <ac:spMk id="34" creationId="{C0D857F4-2E76-3376-2202-3F631766728D}"/>
          </ac:spMkLst>
        </pc:spChg>
        <pc:spChg chg="add mod">
          <ac:chgData name="Yu Sun" userId="9bfd5afd-7064-4376-adff-af4cfdf8173d" providerId="ADAL" clId="{B691AB88-3184-499F-872B-2466B7A04132}" dt="2026-07-29T02:07:24.802" v="478" actId="1076"/>
          <ac:spMkLst>
            <pc:docMk/>
            <pc:sldMk cId="2909114551" sldId="264"/>
            <ac:spMk id="35" creationId="{3718BEDA-FF63-B641-3093-C18FB8B9FB85}"/>
          </ac:spMkLst>
        </pc:spChg>
        <pc:spChg chg="add mod">
          <ac:chgData name="Yu Sun" userId="9bfd5afd-7064-4376-adff-af4cfdf8173d" providerId="ADAL" clId="{B691AB88-3184-499F-872B-2466B7A04132}" dt="2026-07-29T02:09:36.618" v="527" actId="1035"/>
          <ac:spMkLst>
            <pc:docMk/>
            <pc:sldMk cId="2909114551" sldId="264"/>
            <ac:spMk id="36" creationId="{F219DB69-503C-ECBA-9E69-8C320C3A95A4}"/>
          </ac:spMkLst>
        </pc:spChg>
        <pc:spChg chg="add mod">
          <ac:chgData name="Yu Sun" userId="9bfd5afd-7064-4376-adff-af4cfdf8173d" providerId="ADAL" clId="{B691AB88-3184-499F-872B-2466B7A04132}" dt="2026-07-29T02:09:36.618" v="527" actId="1035"/>
          <ac:spMkLst>
            <pc:docMk/>
            <pc:sldMk cId="2909114551" sldId="264"/>
            <ac:spMk id="37" creationId="{74B68747-2574-567D-7295-CD1FB383BFCF}"/>
          </ac:spMkLst>
        </pc:spChg>
        <pc:spChg chg="add mod">
          <ac:chgData name="Yu Sun" userId="9bfd5afd-7064-4376-adff-af4cfdf8173d" providerId="ADAL" clId="{B691AB88-3184-499F-872B-2466B7A04132}" dt="2026-07-29T02:26:13.251" v="759" actId="114"/>
          <ac:spMkLst>
            <pc:docMk/>
            <pc:sldMk cId="2909114551" sldId="264"/>
            <ac:spMk id="38" creationId="{A7B4AC2F-F997-452F-CFC0-F3D7A0F26660}"/>
          </ac:spMkLst>
        </pc:spChg>
        <pc:spChg chg="add mod">
          <ac:chgData name="Yu Sun" userId="9bfd5afd-7064-4376-adff-af4cfdf8173d" providerId="ADAL" clId="{B691AB88-3184-499F-872B-2466B7A04132}" dt="2026-07-29T02:26:17.578" v="761" actId="114"/>
          <ac:spMkLst>
            <pc:docMk/>
            <pc:sldMk cId="2909114551" sldId="264"/>
            <ac:spMk id="39" creationId="{55D86BF1-0741-2558-C91C-F547CA89849D}"/>
          </ac:spMkLst>
        </pc:spChg>
        <pc:spChg chg="add mod">
          <ac:chgData name="Yu Sun" userId="9bfd5afd-7064-4376-adff-af4cfdf8173d" providerId="ADAL" clId="{B691AB88-3184-499F-872B-2466B7A04132}" dt="2026-07-29T02:11:31.836" v="555" actId="1076"/>
          <ac:spMkLst>
            <pc:docMk/>
            <pc:sldMk cId="2909114551" sldId="264"/>
            <ac:spMk id="40" creationId="{559C6D7D-7E65-A8D8-B0E4-60A0F7FE77DC}"/>
          </ac:spMkLst>
        </pc:spChg>
        <pc:spChg chg="add del mod">
          <ac:chgData name="Yu Sun" userId="9bfd5afd-7064-4376-adff-af4cfdf8173d" providerId="ADAL" clId="{B691AB88-3184-499F-872B-2466B7A04132}" dt="2026-07-29T02:13:51.712" v="560" actId="478"/>
          <ac:spMkLst>
            <pc:docMk/>
            <pc:sldMk cId="2909114551" sldId="264"/>
            <ac:spMk id="41" creationId="{501C97A6-EC88-E530-C023-4263CF180EFA}"/>
          </ac:spMkLst>
        </pc:spChg>
        <pc:spChg chg="add del mod">
          <ac:chgData name="Yu Sun" userId="9bfd5afd-7064-4376-adff-af4cfdf8173d" providerId="ADAL" clId="{B691AB88-3184-499F-872B-2466B7A04132}" dt="2026-07-29T02:21:09.779" v="630" actId="21"/>
          <ac:spMkLst>
            <pc:docMk/>
            <pc:sldMk cId="2909114551" sldId="264"/>
            <ac:spMk id="45" creationId="{256A363F-D309-63BC-6FBC-B34995EAECBA}"/>
          </ac:spMkLst>
        </pc:spChg>
        <pc:spChg chg="mod">
          <ac:chgData name="Yu Sun" userId="9bfd5afd-7064-4376-adff-af4cfdf8173d" providerId="ADAL" clId="{B691AB88-3184-499F-872B-2466B7A04132}" dt="2026-07-29T02:24:02.996" v="728"/>
          <ac:spMkLst>
            <pc:docMk/>
            <pc:sldMk cId="2909114551" sldId="264"/>
            <ac:spMk id="49" creationId="{FDBB1CFB-86A4-F629-E03D-20E80553D818}"/>
          </ac:spMkLst>
        </pc:spChg>
        <pc:spChg chg="mod">
          <ac:chgData name="Yu Sun" userId="9bfd5afd-7064-4376-adff-af4cfdf8173d" providerId="ADAL" clId="{B691AB88-3184-499F-872B-2466B7A04132}" dt="2026-07-29T02:24:02.996" v="728"/>
          <ac:spMkLst>
            <pc:docMk/>
            <pc:sldMk cId="2909114551" sldId="264"/>
            <ac:spMk id="50" creationId="{43F6A956-5037-8F9D-7EF7-E10919D6A93E}"/>
          </ac:spMkLst>
        </pc:spChg>
        <pc:spChg chg="mod">
          <ac:chgData name="Yu Sun" userId="9bfd5afd-7064-4376-adff-af4cfdf8173d" providerId="ADAL" clId="{B691AB88-3184-499F-872B-2466B7A04132}" dt="2026-07-29T02:24:02.996" v="728"/>
          <ac:spMkLst>
            <pc:docMk/>
            <pc:sldMk cId="2909114551" sldId="264"/>
            <ac:spMk id="51" creationId="{256A363F-D309-63BC-6FBC-B34995EAECBA}"/>
          </ac:spMkLst>
        </pc:spChg>
        <pc:spChg chg="mod">
          <ac:chgData name="Yu Sun" userId="9bfd5afd-7064-4376-adff-af4cfdf8173d" providerId="ADAL" clId="{B691AB88-3184-499F-872B-2466B7A04132}" dt="2026-07-29T02:24:02.996" v="728"/>
          <ac:spMkLst>
            <pc:docMk/>
            <pc:sldMk cId="2909114551" sldId="264"/>
            <ac:spMk id="52" creationId="{E0E0138F-4335-8712-7C99-604805A31545}"/>
          </ac:spMkLst>
        </pc:spChg>
        <pc:spChg chg="mod">
          <ac:chgData name="Yu Sun" userId="9bfd5afd-7064-4376-adff-af4cfdf8173d" providerId="ADAL" clId="{B691AB88-3184-499F-872B-2466B7A04132}" dt="2026-07-29T02:24:02.996" v="728"/>
          <ac:spMkLst>
            <pc:docMk/>
            <pc:sldMk cId="2909114551" sldId="264"/>
            <ac:spMk id="53" creationId="{207D0106-144F-0228-A382-C3492101F193}"/>
          </ac:spMkLst>
        </pc:spChg>
        <pc:spChg chg="mod">
          <ac:chgData name="Yu Sun" userId="9bfd5afd-7064-4376-adff-af4cfdf8173d" providerId="ADAL" clId="{B691AB88-3184-499F-872B-2466B7A04132}" dt="2026-07-29T02:24:02.996" v="728"/>
          <ac:spMkLst>
            <pc:docMk/>
            <pc:sldMk cId="2909114551" sldId="264"/>
            <ac:spMk id="54" creationId="{8D989813-0607-5045-A093-E0C770F3BE7D}"/>
          </ac:spMkLst>
        </pc:spChg>
        <pc:spChg chg="mod">
          <ac:chgData name="Yu Sun" userId="9bfd5afd-7064-4376-adff-af4cfdf8173d" providerId="ADAL" clId="{B691AB88-3184-499F-872B-2466B7A04132}" dt="2026-07-29T02:24:02.996" v="728"/>
          <ac:spMkLst>
            <pc:docMk/>
            <pc:sldMk cId="2909114551" sldId="264"/>
            <ac:spMk id="55" creationId="{9311A5D7-696B-1111-6652-79F9919029BE}"/>
          </ac:spMkLst>
        </pc:spChg>
        <pc:spChg chg="add mod">
          <ac:chgData name="Yu Sun" userId="9bfd5afd-7064-4376-adff-af4cfdf8173d" providerId="ADAL" clId="{B691AB88-3184-499F-872B-2466B7A04132}" dt="2026-07-29T02:25:54.877" v="757" actId="208"/>
          <ac:spMkLst>
            <pc:docMk/>
            <pc:sldMk cId="2909114551" sldId="264"/>
            <ac:spMk id="57" creationId="{1961AFD9-EA7F-84D8-B03F-315EFA72E739}"/>
          </ac:spMkLst>
        </pc:spChg>
        <pc:spChg chg="add mod">
          <ac:chgData name="Yu Sun" userId="9bfd5afd-7064-4376-adff-af4cfdf8173d" providerId="ADAL" clId="{B691AB88-3184-499F-872B-2466B7A04132}" dt="2026-07-29T03:02:04.710" v="1412" actId="404"/>
          <ac:spMkLst>
            <pc:docMk/>
            <pc:sldMk cId="2909114551" sldId="264"/>
            <ac:spMk id="58" creationId="{680C24D0-BA96-5283-086B-D3F88F4154B5}"/>
          </ac:spMkLst>
        </pc:spChg>
        <pc:spChg chg="add mod">
          <ac:chgData name="Yu Sun" userId="9bfd5afd-7064-4376-adff-af4cfdf8173d" providerId="ADAL" clId="{B691AB88-3184-499F-872B-2466B7A04132}" dt="2026-07-29T03:02:22.787" v="1417" actId="1076"/>
          <ac:spMkLst>
            <pc:docMk/>
            <pc:sldMk cId="2909114551" sldId="264"/>
            <ac:spMk id="59" creationId="{FAFC2B24-8318-52B1-079D-77755B88492F}"/>
          </ac:spMkLst>
        </pc:spChg>
        <pc:spChg chg="add mod">
          <ac:chgData name="Yu Sun" userId="9bfd5afd-7064-4376-adff-af4cfdf8173d" providerId="ADAL" clId="{B691AB88-3184-499F-872B-2466B7A04132}" dt="2026-07-29T03:02:32.865" v="1424" actId="1038"/>
          <ac:spMkLst>
            <pc:docMk/>
            <pc:sldMk cId="2909114551" sldId="264"/>
            <ac:spMk id="61" creationId="{B8A70AD2-D49D-F00F-C216-AFC8DBB0597D}"/>
          </ac:spMkLst>
        </pc:spChg>
        <pc:spChg chg="add mod">
          <ac:chgData name="Yu Sun" userId="9bfd5afd-7064-4376-adff-af4cfdf8173d" providerId="ADAL" clId="{B691AB88-3184-499F-872B-2466B7A04132}" dt="2026-07-29T02:45:52.091" v="1109" actId="207"/>
          <ac:spMkLst>
            <pc:docMk/>
            <pc:sldMk cId="2909114551" sldId="264"/>
            <ac:spMk id="67" creationId="{8C51A871-8FF9-4B6A-DEED-206F872C3415}"/>
          </ac:spMkLst>
        </pc:spChg>
        <pc:spChg chg="add mod">
          <ac:chgData name="Yu Sun" userId="9bfd5afd-7064-4376-adff-af4cfdf8173d" providerId="ADAL" clId="{B691AB88-3184-499F-872B-2466B7A04132}" dt="2026-07-29T02:46:58.276" v="1117" actId="1076"/>
          <ac:spMkLst>
            <pc:docMk/>
            <pc:sldMk cId="2909114551" sldId="264"/>
            <ac:spMk id="69" creationId="{C8835CA5-DC0A-F9CA-C694-92F5B8C1FD81}"/>
          </ac:spMkLst>
        </pc:spChg>
        <pc:spChg chg="add mod">
          <ac:chgData name="Yu Sun" userId="9bfd5afd-7064-4376-adff-af4cfdf8173d" providerId="ADAL" clId="{B691AB88-3184-499F-872B-2466B7A04132}" dt="2026-07-29T02:47:42.563" v="1133" actId="14100"/>
          <ac:spMkLst>
            <pc:docMk/>
            <pc:sldMk cId="2909114551" sldId="264"/>
            <ac:spMk id="71" creationId="{E533B8D5-92B7-96F8-610E-FEEE38F5CA3C}"/>
          </ac:spMkLst>
        </pc:spChg>
        <pc:spChg chg="add mod">
          <ac:chgData name="Yu Sun" userId="9bfd5afd-7064-4376-adff-af4cfdf8173d" providerId="ADAL" clId="{B691AB88-3184-499F-872B-2466B7A04132}" dt="2026-07-29T02:48:09.836" v="1138" actId="1076"/>
          <ac:spMkLst>
            <pc:docMk/>
            <pc:sldMk cId="2909114551" sldId="264"/>
            <ac:spMk id="73" creationId="{275B0F0E-FB94-8E57-01C7-9FE474E46369}"/>
          </ac:spMkLst>
        </pc:spChg>
        <pc:spChg chg="add mod">
          <ac:chgData name="Yu Sun" userId="9bfd5afd-7064-4376-adff-af4cfdf8173d" providerId="ADAL" clId="{B691AB88-3184-499F-872B-2466B7A04132}" dt="2026-07-29T02:50:20.010" v="1185" actId="14100"/>
          <ac:spMkLst>
            <pc:docMk/>
            <pc:sldMk cId="2909114551" sldId="264"/>
            <ac:spMk id="74" creationId="{B0733F0F-D35A-27BD-6DCA-C51FFC6F230C}"/>
          </ac:spMkLst>
        </pc:spChg>
        <pc:spChg chg="add mod">
          <ac:chgData name="Yu Sun" userId="9bfd5afd-7064-4376-adff-af4cfdf8173d" providerId="ADAL" clId="{B691AB88-3184-499F-872B-2466B7A04132}" dt="2026-07-29T03:06:04.244" v="1497" actId="20577"/>
          <ac:spMkLst>
            <pc:docMk/>
            <pc:sldMk cId="2909114551" sldId="264"/>
            <ac:spMk id="75" creationId="{37D90CF4-5524-18AE-DC36-78FA6E1521BE}"/>
          </ac:spMkLst>
        </pc:spChg>
        <pc:spChg chg="add mod">
          <ac:chgData name="Yu Sun" userId="9bfd5afd-7064-4376-adff-af4cfdf8173d" providerId="ADAL" clId="{B691AB88-3184-499F-872B-2466B7A04132}" dt="2026-07-29T03:15:07.406" v="1508" actId="20577"/>
          <ac:spMkLst>
            <pc:docMk/>
            <pc:sldMk cId="2909114551" sldId="264"/>
            <ac:spMk id="76" creationId="{3F2D0562-9D65-4C69-C258-89FD897E5A06}"/>
          </ac:spMkLst>
        </pc:spChg>
        <pc:spChg chg="add mod">
          <ac:chgData name="Yu Sun" userId="9bfd5afd-7064-4376-adff-af4cfdf8173d" providerId="ADAL" clId="{B691AB88-3184-499F-872B-2466B7A04132}" dt="2026-07-29T03:04:03.799" v="1450" actId="1076"/>
          <ac:spMkLst>
            <pc:docMk/>
            <pc:sldMk cId="2909114551" sldId="264"/>
            <ac:spMk id="82" creationId="{BFB612EF-4E05-CAF4-3404-5E44A0644F67}"/>
          </ac:spMkLst>
        </pc:spChg>
        <pc:spChg chg="add mod">
          <ac:chgData name="Yu Sun" userId="9bfd5afd-7064-4376-adff-af4cfdf8173d" providerId="ADAL" clId="{B691AB88-3184-499F-872B-2466B7A04132}" dt="2026-07-29T03:04:58.343" v="1489" actId="20577"/>
          <ac:spMkLst>
            <pc:docMk/>
            <pc:sldMk cId="2909114551" sldId="264"/>
            <ac:spMk id="84" creationId="{5BE200A5-11EE-91DC-1200-CF7BCCDF4478}"/>
          </ac:spMkLst>
        </pc:spChg>
        <pc:grpChg chg="add mod">
          <ac:chgData name="Yu Sun" userId="9bfd5afd-7064-4376-adff-af4cfdf8173d" providerId="ADAL" clId="{B691AB88-3184-499F-872B-2466B7A04132}" dt="2026-07-29T02:17:35.298" v="608" actId="164"/>
          <ac:grpSpMkLst>
            <pc:docMk/>
            <pc:sldMk cId="2909114551" sldId="264"/>
            <ac:grpSpMk id="46" creationId="{D6D45A19-EC68-7DD1-CA36-5455DD702309}"/>
          </ac:grpSpMkLst>
        </pc:grpChg>
        <pc:grpChg chg="add mod">
          <ac:chgData name="Yu Sun" userId="9bfd5afd-7064-4376-adff-af4cfdf8173d" providerId="ADAL" clId="{B691AB88-3184-499F-872B-2466B7A04132}" dt="2026-07-29T02:24:02.996" v="728"/>
          <ac:grpSpMkLst>
            <pc:docMk/>
            <pc:sldMk cId="2909114551" sldId="264"/>
            <ac:grpSpMk id="47" creationId="{2C067C8B-E6E5-C0F1-9CAA-D51AFF7E9124}"/>
          </ac:grpSpMkLst>
        </pc:grpChg>
        <pc:picChg chg="add mod">
          <ac:chgData name="Yu Sun" userId="9bfd5afd-7064-4376-adff-af4cfdf8173d" providerId="ADAL" clId="{B691AB88-3184-499F-872B-2466B7A04132}" dt="2026-07-29T03:03:17.155" v="1431" actId="1076"/>
          <ac:picMkLst>
            <pc:docMk/>
            <pc:sldMk cId="2909114551" sldId="264"/>
            <ac:picMk id="6" creationId="{6FAD2E1B-CCC5-7C36-A66F-B7958C985B5E}"/>
          </ac:picMkLst>
        </pc:picChg>
        <pc:picChg chg="add mod modCrop">
          <ac:chgData name="Yu Sun" userId="9bfd5afd-7064-4376-adff-af4cfdf8173d" providerId="ADAL" clId="{B691AB88-3184-499F-872B-2466B7A04132}" dt="2026-07-29T01:54:34.758" v="293" actId="732"/>
          <ac:picMkLst>
            <pc:docMk/>
            <pc:sldMk cId="2909114551" sldId="264"/>
            <ac:picMk id="16" creationId="{D24CEB94-B877-8424-EF39-9D4CF58363DF}"/>
          </ac:picMkLst>
        </pc:picChg>
        <pc:picChg chg="add mod">
          <ac:chgData name="Yu Sun" userId="9bfd5afd-7064-4376-adff-af4cfdf8173d" providerId="ADAL" clId="{B691AB88-3184-499F-872B-2466B7A04132}" dt="2026-07-29T01:54:56.350" v="300" actId="1076"/>
          <ac:picMkLst>
            <pc:docMk/>
            <pc:sldMk cId="2909114551" sldId="264"/>
            <ac:picMk id="17" creationId="{4839825B-A2A5-54AA-0702-B4CDA69EF98D}"/>
          </ac:picMkLst>
        </pc:picChg>
        <pc:picChg chg="add del mod">
          <ac:chgData name="Yu Sun" userId="9bfd5afd-7064-4376-adff-af4cfdf8173d" providerId="ADAL" clId="{B691AB88-3184-499F-872B-2466B7A04132}" dt="2026-07-29T02:04:28.289" v="432" actId="478"/>
          <ac:picMkLst>
            <pc:docMk/>
            <pc:sldMk cId="2909114551" sldId="264"/>
            <ac:picMk id="30" creationId="{36198264-0174-0A08-2336-6DA0546F07F4}"/>
          </ac:picMkLst>
        </pc:picChg>
        <pc:picChg chg="add del mod modCrop">
          <ac:chgData name="Yu Sun" userId="9bfd5afd-7064-4376-adff-af4cfdf8173d" providerId="ADAL" clId="{B691AB88-3184-499F-872B-2466B7A04132}" dt="2026-07-29T02:21:06.003" v="629" actId="478"/>
          <ac:picMkLst>
            <pc:docMk/>
            <pc:sldMk cId="2909114551" sldId="264"/>
            <ac:picMk id="43" creationId="{189AC6F3-48B5-6694-8BA4-FE70A60AC9C0}"/>
          </ac:picMkLst>
        </pc:picChg>
        <pc:picChg chg="mod">
          <ac:chgData name="Yu Sun" userId="9bfd5afd-7064-4376-adff-af4cfdf8173d" providerId="ADAL" clId="{B691AB88-3184-499F-872B-2466B7A04132}" dt="2026-07-29T02:24:02.996" v="728"/>
          <ac:picMkLst>
            <pc:docMk/>
            <pc:sldMk cId="2909114551" sldId="264"/>
            <ac:picMk id="48" creationId="{6107672C-37E1-04D5-7C6C-2EAA9CF80A0A}"/>
          </ac:picMkLst>
        </pc:picChg>
        <pc:picChg chg="add mod">
          <ac:chgData name="Yu Sun" userId="9bfd5afd-7064-4376-adff-af4cfdf8173d" providerId="ADAL" clId="{B691AB88-3184-499F-872B-2466B7A04132}" dt="2026-07-29T02:24:35.143" v="735" actId="1076"/>
          <ac:picMkLst>
            <pc:docMk/>
            <pc:sldMk cId="2909114551" sldId="264"/>
            <ac:picMk id="56" creationId="{39FEFCD7-983C-06A0-C53D-5D8BF6D44641}"/>
          </ac:picMkLst>
        </pc:picChg>
        <pc:picChg chg="add del mod">
          <ac:chgData name="Yu Sun" userId="9bfd5afd-7064-4376-adff-af4cfdf8173d" providerId="ADAL" clId="{B691AB88-3184-499F-872B-2466B7A04132}" dt="2026-07-29T02:36:41.338" v="977" actId="478"/>
          <ac:picMkLst>
            <pc:docMk/>
            <pc:sldMk cId="2909114551" sldId="264"/>
            <ac:picMk id="63" creationId="{6FA88C93-6241-2176-ADE7-B30A603B3408}"/>
          </ac:picMkLst>
        </pc:picChg>
        <pc:picChg chg="add mod">
          <ac:chgData name="Yu Sun" userId="9bfd5afd-7064-4376-adff-af4cfdf8173d" providerId="ADAL" clId="{B691AB88-3184-499F-872B-2466B7A04132}" dt="2026-07-29T02:37:23.993" v="1002" actId="1035"/>
          <ac:picMkLst>
            <pc:docMk/>
            <pc:sldMk cId="2909114551" sldId="264"/>
            <ac:picMk id="65" creationId="{F4240DFC-479E-30AB-FC07-47064B694F9F}"/>
          </ac:picMkLst>
        </pc:picChg>
        <pc:picChg chg="add mod">
          <ac:chgData name="Yu Sun" userId="9bfd5afd-7064-4376-adff-af4cfdf8173d" providerId="ADAL" clId="{B691AB88-3184-499F-872B-2466B7A04132}" dt="2026-07-29T02:44:32.349" v="1085" actId="1076"/>
          <ac:picMkLst>
            <pc:docMk/>
            <pc:sldMk cId="2909114551" sldId="264"/>
            <ac:picMk id="66" creationId="{B0ACC8CD-B5C5-27AD-2DD9-0F8F93C1D20A}"/>
          </ac:picMkLst>
        </pc:picChg>
        <pc:picChg chg="add mod">
          <ac:chgData name="Yu Sun" userId="9bfd5afd-7064-4376-adff-af4cfdf8173d" providerId="ADAL" clId="{B691AB88-3184-499F-872B-2466B7A04132}" dt="2026-07-29T02:46:58.276" v="1117" actId="1076"/>
          <ac:picMkLst>
            <pc:docMk/>
            <pc:sldMk cId="2909114551" sldId="264"/>
            <ac:picMk id="68" creationId="{CF6D2996-3247-AA5E-9530-6182C8892E4A}"/>
          </ac:picMkLst>
        </pc:picChg>
        <pc:picChg chg="add del mod">
          <ac:chgData name="Yu Sun" userId="9bfd5afd-7064-4376-adff-af4cfdf8173d" providerId="ADAL" clId="{B691AB88-3184-499F-872B-2466B7A04132}" dt="2026-07-29T02:48:16.376" v="1139" actId="478"/>
          <ac:picMkLst>
            <pc:docMk/>
            <pc:sldMk cId="2909114551" sldId="264"/>
            <ac:picMk id="70" creationId="{B2316EA2-F0EC-8230-2D27-EB796F229ED5}"/>
          </ac:picMkLst>
        </pc:picChg>
        <pc:picChg chg="add mod">
          <ac:chgData name="Yu Sun" userId="9bfd5afd-7064-4376-adff-af4cfdf8173d" providerId="ADAL" clId="{B691AB88-3184-499F-872B-2466B7A04132}" dt="2026-07-29T02:47:51.232" v="1135" actId="1076"/>
          <ac:picMkLst>
            <pc:docMk/>
            <pc:sldMk cId="2909114551" sldId="264"/>
            <ac:picMk id="72" creationId="{F88EB057-08AA-EBA3-4F46-17DDFEBA13F6}"/>
          </ac:picMkLst>
        </pc:picChg>
        <pc:picChg chg="add mod">
          <ac:chgData name="Yu Sun" userId="9bfd5afd-7064-4376-adff-af4cfdf8173d" providerId="ADAL" clId="{B691AB88-3184-499F-872B-2466B7A04132}" dt="2026-07-29T06:27:35.834" v="1875" actId="1076"/>
          <ac:picMkLst>
            <pc:docMk/>
            <pc:sldMk cId="2909114551" sldId="264"/>
            <ac:picMk id="78" creationId="{C5B9A8AF-400B-9B30-CB06-80EAADDC71ED}"/>
          </ac:picMkLst>
        </pc:picChg>
        <pc:picChg chg="add del mod">
          <ac:chgData name="Yu Sun" userId="9bfd5afd-7064-4376-adff-af4cfdf8173d" providerId="ADAL" clId="{B691AB88-3184-499F-872B-2466B7A04132}" dt="2026-07-29T02:59:15.797" v="1395" actId="478"/>
          <ac:picMkLst>
            <pc:docMk/>
            <pc:sldMk cId="2909114551" sldId="264"/>
            <ac:picMk id="79" creationId="{1EC32FFD-EF7E-4958-0500-9C66CC30B2BF}"/>
          </ac:picMkLst>
        </pc:picChg>
        <pc:picChg chg="add del mod">
          <ac:chgData name="Yu Sun" userId="9bfd5afd-7064-4376-adff-af4cfdf8173d" providerId="ADAL" clId="{B691AB88-3184-499F-872B-2466B7A04132}" dt="2026-07-29T03:01:01.656" v="1399" actId="478"/>
          <ac:picMkLst>
            <pc:docMk/>
            <pc:sldMk cId="2909114551" sldId="264"/>
            <ac:picMk id="80" creationId="{F03E9799-CB09-5374-89F9-CE1AB3AE0FBE}"/>
          </ac:picMkLst>
        </pc:picChg>
        <pc:picChg chg="add del mod">
          <ac:chgData name="Yu Sun" userId="9bfd5afd-7064-4376-adff-af4cfdf8173d" providerId="ADAL" clId="{B691AB88-3184-499F-872B-2466B7A04132}" dt="2026-07-29T03:02:38.521" v="1427" actId="21"/>
          <ac:picMkLst>
            <pc:docMk/>
            <pc:sldMk cId="2909114551" sldId="264"/>
            <ac:picMk id="81" creationId="{A0C9C889-CD68-77FD-E35F-D7EEB4A660D0}"/>
          </ac:picMkLst>
        </pc:picChg>
        <pc:picChg chg="add del">
          <ac:chgData name="Yu Sun" userId="9bfd5afd-7064-4376-adff-af4cfdf8173d" providerId="ADAL" clId="{B691AB88-3184-499F-872B-2466B7A04132}" dt="2026-07-29T03:05:17.239" v="1491" actId="21"/>
          <ac:picMkLst>
            <pc:docMk/>
            <pc:sldMk cId="2909114551" sldId="264"/>
            <ac:picMk id="85" creationId="{A2009CB9-AA73-877E-A81C-60B62E0CE66F}"/>
          </ac:picMkLst>
        </pc:picChg>
        <pc:picChg chg="add del mod">
          <ac:chgData name="Yu Sun" userId="9bfd5afd-7064-4376-adff-af4cfdf8173d" providerId="ADAL" clId="{B691AB88-3184-499F-872B-2466B7A04132}" dt="2026-07-29T03:14:56.229" v="1505" actId="478"/>
          <ac:picMkLst>
            <pc:docMk/>
            <pc:sldMk cId="2909114551" sldId="264"/>
            <ac:picMk id="86" creationId="{6E4A9A05-300F-854F-88CD-0B584F6C2D6C}"/>
          </ac:picMkLst>
        </pc:picChg>
        <pc:picChg chg="add del mod">
          <ac:chgData name="Yu Sun" userId="9bfd5afd-7064-4376-adff-af4cfdf8173d" providerId="ADAL" clId="{B691AB88-3184-499F-872B-2466B7A04132}" dt="2026-07-29T07:05:48.614" v="2533" actId="1076"/>
          <ac:picMkLst>
            <pc:docMk/>
            <pc:sldMk cId="2909114551" sldId="264"/>
            <ac:picMk id="87" creationId="{17DB9F7E-16D5-E438-3D24-5A09356B861B}"/>
          </ac:picMkLst>
        </pc:picChg>
      </pc:sldChg>
      <pc:sldChg chg="addSp delSp modSp new mod">
        <pc:chgData name="Yu Sun" userId="9bfd5afd-7064-4376-adff-af4cfdf8173d" providerId="ADAL" clId="{B691AB88-3184-499F-872B-2466B7A04132}" dt="2026-07-29T02:24:09.643" v="731" actId="21"/>
        <pc:sldMkLst>
          <pc:docMk/>
          <pc:sldMk cId="1263183832" sldId="265"/>
        </pc:sldMkLst>
        <pc:spChg chg="del">
          <ac:chgData name="Yu Sun" userId="9bfd5afd-7064-4376-adff-af4cfdf8173d" providerId="ADAL" clId="{B691AB88-3184-499F-872B-2466B7A04132}" dt="2026-07-29T02:18:38.518" v="613" actId="478"/>
          <ac:spMkLst>
            <pc:docMk/>
            <pc:sldMk cId="1263183832" sldId="265"/>
            <ac:spMk id="2" creationId="{EC489E81-0323-CCBB-9A1C-22028B8090E5}"/>
          </ac:spMkLst>
        </pc:spChg>
        <pc:spChg chg="del">
          <ac:chgData name="Yu Sun" userId="9bfd5afd-7064-4376-adff-af4cfdf8173d" providerId="ADAL" clId="{B691AB88-3184-499F-872B-2466B7A04132}" dt="2026-07-29T02:18:38.518" v="613" actId="478"/>
          <ac:spMkLst>
            <pc:docMk/>
            <pc:sldMk cId="1263183832" sldId="265"/>
            <ac:spMk id="3" creationId="{411746FC-3A24-40B6-D7EC-D080CECAE718}"/>
          </ac:spMkLst>
        </pc:spChg>
        <pc:spChg chg="add mod">
          <ac:chgData name="Yu Sun" userId="9bfd5afd-7064-4376-adff-af4cfdf8173d" providerId="ADAL" clId="{B691AB88-3184-499F-872B-2466B7A04132}" dt="2026-07-29T02:23:53.371" v="722" actId="164"/>
          <ac:spMkLst>
            <pc:docMk/>
            <pc:sldMk cId="1263183832" sldId="265"/>
            <ac:spMk id="5" creationId="{FDBB1CFB-86A4-F629-E03D-20E80553D818}"/>
          </ac:spMkLst>
        </pc:spChg>
        <pc:spChg chg="add mod">
          <ac:chgData name="Yu Sun" userId="9bfd5afd-7064-4376-adff-af4cfdf8173d" providerId="ADAL" clId="{B691AB88-3184-499F-872B-2466B7A04132}" dt="2026-07-29T02:23:53.371" v="722" actId="164"/>
          <ac:spMkLst>
            <pc:docMk/>
            <pc:sldMk cId="1263183832" sldId="265"/>
            <ac:spMk id="6" creationId="{43F6A956-5037-8F9D-7EF7-E10919D6A93E}"/>
          </ac:spMkLst>
        </pc:spChg>
        <pc:spChg chg="add mod">
          <ac:chgData name="Yu Sun" userId="9bfd5afd-7064-4376-adff-af4cfdf8173d" providerId="ADAL" clId="{B691AB88-3184-499F-872B-2466B7A04132}" dt="2026-07-29T02:23:53.371" v="722" actId="164"/>
          <ac:spMkLst>
            <pc:docMk/>
            <pc:sldMk cId="1263183832" sldId="265"/>
            <ac:spMk id="7" creationId="{E0E0138F-4335-8712-7C99-604805A31545}"/>
          </ac:spMkLst>
        </pc:spChg>
        <pc:spChg chg="add mod">
          <ac:chgData name="Yu Sun" userId="9bfd5afd-7064-4376-adff-af4cfdf8173d" providerId="ADAL" clId="{B691AB88-3184-499F-872B-2466B7A04132}" dt="2026-07-29T02:23:53.371" v="722" actId="164"/>
          <ac:spMkLst>
            <pc:docMk/>
            <pc:sldMk cId="1263183832" sldId="265"/>
            <ac:spMk id="9" creationId="{207D0106-144F-0228-A382-C3492101F193}"/>
          </ac:spMkLst>
        </pc:spChg>
        <pc:spChg chg="add mod">
          <ac:chgData name="Yu Sun" userId="9bfd5afd-7064-4376-adff-af4cfdf8173d" providerId="ADAL" clId="{B691AB88-3184-499F-872B-2466B7A04132}" dt="2026-07-29T02:23:53.371" v="722" actId="164"/>
          <ac:spMkLst>
            <pc:docMk/>
            <pc:sldMk cId="1263183832" sldId="265"/>
            <ac:spMk id="10" creationId="{8D989813-0607-5045-A093-E0C770F3BE7D}"/>
          </ac:spMkLst>
        </pc:spChg>
        <pc:spChg chg="add mod">
          <ac:chgData name="Yu Sun" userId="9bfd5afd-7064-4376-adff-af4cfdf8173d" providerId="ADAL" clId="{B691AB88-3184-499F-872B-2466B7A04132}" dt="2026-07-29T02:23:53.371" v="722" actId="164"/>
          <ac:spMkLst>
            <pc:docMk/>
            <pc:sldMk cId="1263183832" sldId="265"/>
            <ac:spMk id="11" creationId="{9311A5D7-696B-1111-6652-79F9919029BE}"/>
          </ac:spMkLst>
        </pc:spChg>
        <pc:spChg chg="mod">
          <ac:chgData name="Yu Sun" userId="9bfd5afd-7064-4376-adff-af4cfdf8173d" providerId="ADAL" clId="{B691AB88-3184-499F-872B-2466B7A04132}" dt="2026-07-29T02:23:54.356" v="723"/>
          <ac:spMkLst>
            <pc:docMk/>
            <pc:sldMk cId="1263183832" sldId="265"/>
            <ac:spMk id="15" creationId="{C9C3E66C-984C-E82E-1B06-580367A19E45}"/>
          </ac:spMkLst>
        </pc:spChg>
        <pc:spChg chg="mod">
          <ac:chgData name="Yu Sun" userId="9bfd5afd-7064-4376-adff-af4cfdf8173d" providerId="ADAL" clId="{B691AB88-3184-499F-872B-2466B7A04132}" dt="2026-07-29T02:23:54.356" v="723"/>
          <ac:spMkLst>
            <pc:docMk/>
            <pc:sldMk cId="1263183832" sldId="265"/>
            <ac:spMk id="16" creationId="{BD6ECC9D-61C0-003E-7962-E22578E9CB84}"/>
          </ac:spMkLst>
        </pc:spChg>
        <pc:spChg chg="mod">
          <ac:chgData name="Yu Sun" userId="9bfd5afd-7064-4376-adff-af4cfdf8173d" providerId="ADAL" clId="{B691AB88-3184-499F-872B-2466B7A04132}" dt="2026-07-29T02:23:54.356" v="723"/>
          <ac:spMkLst>
            <pc:docMk/>
            <pc:sldMk cId="1263183832" sldId="265"/>
            <ac:spMk id="17" creationId="{1729BF7F-C6B1-FE03-6467-24F3965FA222}"/>
          </ac:spMkLst>
        </pc:spChg>
        <pc:spChg chg="mod">
          <ac:chgData name="Yu Sun" userId="9bfd5afd-7064-4376-adff-af4cfdf8173d" providerId="ADAL" clId="{B691AB88-3184-499F-872B-2466B7A04132}" dt="2026-07-29T02:23:54.356" v="723"/>
          <ac:spMkLst>
            <pc:docMk/>
            <pc:sldMk cId="1263183832" sldId="265"/>
            <ac:spMk id="18" creationId="{CB87DB82-E92B-9CC0-531F-957CE74E4D3B}"/>
          </ac:spMkLst>
        </pc:spChg>
        <pc:spChg chg="mod">
          <ac:chgData name="Yu Sun" userId="9bfd5afd-7064-4376-adff-af4cfdf8173d" providerId="ADAL" clId="{B691AB88-3184-499F-872B-2466B7A04132}" dt="2026-07-29T02:23:54.356" v="723"/>
          <ac:spMkLst>
            <pc:docMk/>
            <pc:sldMk cId="1263183832" sldId="265"/>
            <ac:spMk id="19" creationId="{91C0D484-5B81-0DE3-C9F3-BAA20F0FD3D6}"/>
          </ac:spMkLst>
        </pc:spChg>
        <pc:spChg chg="mod">
          <ac:chgData name="Yu Sun" userId="9bfd5afd-7064-4376-adff-af4cfdf8173d" providerId="ADAL" clId="{B691AB88-3184-499F-872B-2466B7A04132}" dt="2026-07-29T02:23:54.356" v="723"/>
          <ac:spMkLst>
            <pc:docMk/>
            <pc:sldMk cId="1263183832" sldId="265"/>
            <ac:spMk id="20" creationId="{145C23A0-7059-A701-E7EB-03F6A716C1BF}"/>
          </ac:spMkLst>
        </pc:spChg>
        <pc:spChg chg="mod">
          <ac:chgData name="Yu Sun" userId="9bfd5afd-7064-4376-adff-af4cfdf8173d" providerId="ADAL" clId="{B691AB88-3184-499F-872B-2466B7A04132}" dt="2026-07-29T02:23:54.356" v="723"/>
          <ac:spMkLst>
            <pc:docMk/>
            <pc:sldMk cId="1263183832" sldId="265"/>
            <ac:spMk id="21" creationId="{CD136FCC-2742-D153-76F0-674D8D528CDE}"/>
          </ac:spMkLst>
        </pc:spChg>
        <pc:spChg chg="add mod">
          <ac:chgData name="Yu Sun" userId="9bfd5afd-7064-4376-adff-af4cfdf8173d" providerId="ADAL" clId="{B691AB88-3184-499F-872B-2466B7A04132}" dt="2026-07-29T02:23:53.371" v="722" actId="164"/>
          <ac:spMkLst>
            <pc:docMk/>
            <pc:sldMk cId="1263183832" sldId="265"/>
            <ac:spMk id="45" creationId="{256A363F-D309-63BC-6FBC-B34995EAECBA}"/>
          </ac:spMkLst>
        </pc:spChg>
        <pc:grpChg chg="add del mod">
          <ac:chgData name="Yu Sun" userId="9bfd5afd-7064-4376-adff-af4cfdf8173d" providerId="ADAL" clId="{B691AB88-3184-499F-872B-2466B7A04132}" dt="2026-07-29T02:24:09.643" v="731" actId="21"/>
          <ac:grpSpMkLst>
            <pc:docMk/>
            <pc:sldMk cId="1263183832" sldId="265"/>
            <ac:grpSpMk id="12" creationId="{2C067C8B-E6E5-C0F1-9CAA-D51AFF7E9124}"/>
          </ac:grpSpMkLst>
        </pc:grpChg>
        <pc:grpChg chg="add mod">
          <ac:chgData name="Yu Sun" userId="9bfd5afd-7064-4376-adff-af4cfdf8173d" providerId="ADAL" clId="{B691AB88-3184-499F-872B-2466B7A04132}" dt="2026-07-29T02:23:54.356" v="723"/>
          <ac:grpSpMkLst>
            <pc:docMk/>
            <pc:sldMk cId="1263183832" sldId="265"/>
            <ac:grpSpMk id="13" creationId="{DE5F79CD-10C4-DD8F-C364-0C9C7AAB1EE0}"/>
          </ac:grpSpMkLst>
        </pc:grpChg>
        <pc:picChg chg="add mod modCrop">
          <ac:chgData name="Yu Sun" userId="9bfd5afd-7064-4376-adff-af4cfdf8173d" providerId="ADAL" clId="{B691AB88-3184-499F-872B-2466B7A04132}" dt="2026-07-29T02:23:53.371" v="722" actId="164"/>
          <ac:picMkLst>
            <pc:docMk/>
            <pc:sldMk cId="1263183832" sldId="265"/>
            <ac:picMk id="4" creationId="{6107672C-37E1-04D5-7C6C-2EAA9CF80A0A}"/>
          </ac:picMkLst>
        </pc:picChg>
        <pc:picChg chg="mod">
          <ac:chgData name="Yu Sun" userId="9bfd5afd-7064-4376-adff-af4cfdf8173d" providerId="ADAL" clId="{B691AB88-3184-499F-872B-2466B7A04132}" dt="2026-07-29T02:23:54.356" v="723"/>
          <ac:picMkLst>
            <pc:docMk/>
            <pc:sldMk cId="1263183832" sldId="265"/>
            <ac:picMk id="14" creationId="{DDB79481-3871-3EE3-968E-A98EA9951E43}"/>
          </ac:picMkLst>
        </pc:picChg>
        <pc:picChg chg="add mod">
          <ac:chgData name="Yu Sun" userId="9bfd5afd-7064-4376-adff-af4cfdf8173d" providerId="ADAL" clId="{B691AB88-3184-499F-872B-2466B7A04132}" dt="2026-07-29T02:24:09.256" v="730" actId="1076"/>
          <ac:picMkLst>
            <pc:docMk/>
            <pc:sldMk cId="1263183832" sldId="265"/>
            <ac:picMk id="22" creationId="{45EB5EA8-9626-50FB-4356-5520E8679B6B}"/>
          </ac:picMkLst>
        </pc:picChg>
      </pc:sldChg>
      <pc:sldChg chg="addSp delSp modSp new mod">
        <pc:chgData name="Yu Sun" userId="9bfd5afd-7064-4376-adff-af4cfdf8173d" providerId="ADAL" clId="{B691AB88-3184-499F-872B-2466B7A04132}" dt="2026-07-29T02:49:06.068" v="1148" actId="1076"/>
        <pc:sldMkLst>
          <pc:docMk/>
          <pc:sldMk cId="1851267237" sldId="266"/>
        </pc:sldMkLst>
        <pc:spChg chg="del">
          <ac:chgData name="Yu Sun" userId="9bfd5afd-7064-4376-adff-af4cfdf8173d" providerId="ADAL" clId="{B691AB88-3184-499F-872B-2466B7A04132}" dt="2026-07-29T02:37:54.304" v="1004" actId="478"/>
          <ac:spMkLst>
            <pc:docMk/>
            <pc:sldMk cId="1851267237" sldId="266"/>
            <ac:spMk id="2" creationId="{25571776-78ED-620A-6DD0-8DF1EAD9D73E}"/>
          </ac:spMkLst>
        </pc:spChg>
        <pc:spChg chg="del">
          <ac:chgData name="Yu Sun" userId="9bfd5afd-7064-4376-adff-af4cfdf8173d" providerId="ADAL" clId="{B691AB88-3184-499F-872B-2466B7A04132}" dt="2026-07-29T02:37:54.304" v="1004" actId="478"/>
          <ac:spMkLst>
            <pc:docMk/>
            <pc:sldMk cId="1851267237" sldId="266"/>
            <ac:spMk id="3" creationId="{DE24AE70-5649-6917-CF76-53919BFD4732}"/>
          </ac:spMkLst>
        </pc:spChg>
        <pc:picChg chg="add mod">
          <ac:chgData name="Yu Sun" userId="9bfd5afd-7064-4376-adff-af4cfdf8173d" providerId="ADAL" clId="{B691AB88-3184-499F-872B-2466B7A04132}" dt="2026-07-29T02:49:06.068" v="1148" actId="1076"/>
          <ac:picMkLst>
            <pc:docMk/>
            <pc:sldMk cId="1851267237" sldId="266"/>
            <ac:picMk id="5" creationId="{C1F365C7-044D-DE2D-B4F9-33705A55753D}"/>
          </ac:picMkLst>
        </pc:picChg>
        <pc:picChg chg="add mod">
          <ac:chgData name="Yu Sun" userId="9bfd5afd-7064-4376-adff-af4cfdf8173d" providerId="ADAL" clId="{B691AB88-3184-499F-872B-2466B7A04132}" dt="2026-07-29T02:43:52.273" v="1068" actId="1076"/>
          <ac:picMkLst>
            <pc:docMk/>
            <pc:sldMk cId="1851267237" sldId="266"/>
            <ac:picMk id="6" creationId="{8CEBD193-6608-0975-41B3-79310CF30179}"/>
          </ac:picMkLst>
        </pc:picChg>
      </pc:sldChg>
      <pc:sldChg chg="addSp delSp modSp new mod">
        <pc:chgData name="Yu Sun" userId="9bfd5afd-7064-4376-adff-af4cfdf8173d" providerId="ADAL" clId="{B691AB88-3184-499F-872B-2466B7A04132}" dt="2026-07-29T06:59:40.605" v="2415" actId="207"/>
        <pc:sldMkLst>
          <pc:docMk/>
          <pc:sldMk cId="1630311378" sldId="267"/>
        </pc:sldMkLst>
        <pc:spChg chg="del">
          <ac:chgData name="Yu Sun" userId="9bfd5afd-7064-4376-adff-af4cfdf8173d" providerId="ADAL" clId="{B691AB88-3184-499F-872B-2466B7A04132}" dt="2026-07-29T02:38:16.457" v="1009" actId="478"/>
          <ac:spMkLst>
            <pc:docMk/>
            <pc:sldMk cId="1630311378" sldId="267"/>
            <ac:spMk id="2" creationId="{9B87F69E-977F-7715-6416-47C63F3BEFE8}"/>
          </ac:spMkLst>
        </pc:spChg>
        <pc:spChg chg="del">
          <ac:chgData name="Yu Sun" userId="9bfd5afd-7064-4376-adff-af4cfdf8173d" providerId="ADAL" clId="{B691AB88-3184-499F-872B-2466B7A04132}" dt="2026-07-29T02:38:16.457" v="1009" actId="478"/>
          <ac:spMkLst>
            <pc:docMk/>
            <pc:sldMk cId="1630311378" sldId="267"/>
            <ac:spMk id="3" creationId="{83F8F44F-DAAC-6EDC-A28E-8A529262740D}"/>
          </ac:spMkLst>
        </pc:spChg>
        <pc:spChg chg="add del mod">
          <ac:chgData name="Yu Sun" userId="9bfd5afd-7064-4376-adff-af4cfdf8173d" providerId="ADAL" clId="{B691AB88-3184-499F-872B-2466B7A04132}" dt="2026-07-29T02:40:59.203" v="1044" actId="478"/>
          <ac:spMkLst>
            <pc:docMk/>
            <pc:sldMk cId="1630311378" sldId="267"/>
            <ac:spMk id="6" creationId="{1C1F26A3-A4A8-CE1F-2494-003821549266}"/>
          </ac:spMkLst>
        </pc:spChg>
        <pc:spChg chg="add del mod">
          <ac:chgData name="Yu Sun" userId="9bfd5afd-7064-4376-adff-af4cfdf8173d" providerId="ADAL" clId="{B691AB88-3184-499F-872B-2466B7A04132}" dt="2026-07-29T02:40:59.203" v="1044" actId="478"/>
          <ac:spMkLst>
            <pc:docMk/>
            <pc:sldMk cId="1630311378" sldId="267"/>
            <ac:spMk id="7" creationId="{82EF6E2C-92B7-BB2B-DAB5-F92F58C4023F}"/>
          </ac:spMkLst>
        </pc:spChg>
        <pc:spChg chg="add">
          <ac:chgData name="Yu Sun" userId="9bfd5afd-7064-4376-adff-af4cfdf8173d" providerId="ADAL" clId="{B691AB88-3184-499F-872B-2466B7A04132}" dt="2026-07-29T02:40:59.546" v="1045"/>
          <ac:spMkLst>
            <pc:docMk/>
            <pc:sldMk cId="1630311378" sldId="267"/>
            <ac:spMk id="8" creationId="{DB0594F0-A2C7-441E-0EC9-5C14F23F70B4}"/>
          </ac:spMkLst>
        </pc:spChg>
        <pc:spChg chg="add">
          <ac:chgData name="Yu Sun" userId="9bfd5afd-7064-4376-adff-af4cfdf8173d" providerId="ADAL" clId="{B691AB88-3184-499F-872B-2466B7A04132}" dt="2026-07-29T02:43:08.585" v="1052"/>
          <ac:spMkLst>
            <pc:docMk/>
            <pc:sldMk cId="1630311378" sldId="267"/>
            <ac:spMk id="10" creationId="{03E0CC0D-D09D-E75F-43F4-1E7560955C24}"/>
          </ac:spMkLst>
        </pc:spChg>
        <pc:spChg chg="add mod">
          <ac:chgData name="Yu Sun" userId="9bfd5afd-7064-4376-adff-af4cfdf8173d" providerId="ADAL" clId="{B691AB88-3184-499F-872B-2466B7A04132}" dt="2026-07-29T02:54:14.571" v="1300" actId="1076"/>
          <ac:spMkLst>
            <pc:docMk/>
            <pc:sldMk cId="1630311378" sldId="267"/>
            <ac:spMk id="12" creationId="{2D9909CB-45F5-9400-4B22-1AA1EA340CEB}"/>
          </ac:spMkLst>
        </pc:spChg>
        <pc:spChg chg="add mod">
          <ac:chgData name="Yu Sun" userId="9bfd5afd-7064-4376-adff-af4cfdf8173d" providerId="ADAL" clId="{B691AB88-3184-499F-872B-2466B7A04132}" dt="2026-07-29T02:54:16.043" v="1301" actId="1076"/>
          <ac:spMkLst>
            <pc:docMk/>
            <pc:sldMk cId="1630311378" sldId="267"/>
            <ac:spMk id="13" creationId="{39906F9E-FC3B-0845-10E4-DF89E3FD3B38}"/>
          </ac:spMkLst>
        </pc:spChg>
        <pc:spChg chg="add mod">
          <ac:chgData name="Yu Sun" userId="9bfd5afd-7064-4376-adff-af4cfdf8173d" providerId="ADAL" clId="{B691AB88-3184-499F-872B-2466B7A04132}" dt="2026-07-29T06:59:33.303" v="2414" actId="207"/>
          <ac:spMkLst>
            <pc:docMk/>
            <pc:sldMk cId="1630311378" sldId="267"/>
            <ac:spMk id="26" creationId="{AFB2600F-5BAE-11D3-5731-4984900D667A}"/>
          </ac:spMkLst>
        </pc:spChg>
        <pc:spChg chg="add mod">
          <ac:chgData name="Yu Sun" userId="9bfd5afd-7064-4376-adff-af4cfdf8173d" providerId="ADAL" clId="{B691AB88-3184-499F-872B-2466B7A04132}" dt="2026-07-29T06:59:40.605" v="2415" actId="207"/>
          <ac:spMkLst>
            <pc:docMk/>
            <pc:sldMk cId="1630311378" sldId="267"/>
            <ac:spMk id="27" creationId="{972F4E32-9EDF-B041-F50D-7FB7D9986D95}"/>
          </ac:spMkLst>
        </pc:spChg>
        <pc:spChg chg="add mod">
          <ac:chgData name="Yu Sun" userId="9bfd5afd-7064-4376-adff-af4cfdf8173d" providerId="ADAL" clId="{B691AB88-3184-499F-872B-2466B7A04132}" dt="2026-07-29T06:58:05.586" v="2389" actId="1076"/>
          <ac:spMkLst>
            <pc:docMk/>
            <pc:sldMk cId="1630311378" sldId="267"/>
            <ac:spMk id="28" creationId="{CCA6DB38-6A50-0C19-C64B-F1B64CEFEC29}"/>
          </ac:spMkLst>
        </pc:spChg>
        <pc:picChg chg="add del mod modCrop">
          <ac:chgData name="Yu Sun" userId="9bfd5afd-7064-4376-adff-af4cfdf8173d" providerId="ADAL" clId="{B691AB88-3184-499F-872B-2466B7A04132}" dt="2026-07-29T02:40:59.203" v="1044" actId="478"/>
          <ac:picMkLst>
            <pc:docMk/>
            <pc:sldMk cId="1630311378" sldId="267"/>
            <ac:picMk id="5" creationId="{65A8273D-0F1A-C2FC-F6CD-DEACF0E6E4C7}"/>
          </ac:picMkLst>
        </pc:picChg>
        <pc:picChg chg="add del mod">
          <ac:chgData name="Yu Sun" userId="9bfd5afd-7064-4376-adff-af4cfdf8173d" providerId="ADAL" clId="{B691AB88-3184-499F-872B-2466B7A04132}" dt="2026-07-29T02:43:10.573" v="1053" actId="478"/>
          <ac:picMkLst>
            <pc:docMk/>
            <pc:sldMk cId="1630311378" sldId="267"/>
            <ac:picMk id="9" creationId="{62C8F240-5ECA-2AFB-64A9-5025F8FBBFE9}"/>
          </ac:picMkLst>
        </pc:picChg>
        <pc:picChg chg="add mod">
          <ac:chgData name="Yu Sun" userId="9bfd5afd-7064-4376-adff-af4cfdf8173d" providerId="ADAL" clId="{B691AB88-3184-499F-872B-2466B7A04132}" dt="2026-07-29T02:55:46.616" v="1343" actId="1076"/>
          <ac:picMkLst>
            <pc:docMk/>
            <pc:sldMk cId="1630311378" sldId="267"/>
            <ac:picMk id="11" creationId="{32EFB599-0407-C98D-9C52-FBB509429181}"/>
          </ac:picMkLst>
        </pc:picChg>
        <pc:cxnChg chg="add mod">
          <ac:chgData name="Yu Sun" userId="9bfd5afd-7064-4376-adff-af4cfdf8173d" providerId="ADAL" clId="{B691AB88-3184-499F-872B-2466B7A04132}" dt="2026-07-29T02:55:13.640" v="1320" actId="1076"/>
          <ac:cxnSpMkLst>
            <pc:docMk/>
            <pc:sldMk cId="1630311378" sldId="267"/>
            <ac:cxnSpMk id="15" creationId="{290B3A86-29B7-CE61-34F6-D51694AEF10E}"/>
          </ac:cxnSpMkLst>
        </pc:cxnChg>
        <pc:cxnChg chg="add mod">
          <ac:chgData name="Yu Sun" userId="9bfd5afd-7064-4376-adff-af4cfdf8173d" providerId="ADAL" clId="{B691AB88-3184-499F-872B-2466B7A04132}" dt="2026-07-29T02:55:01.310" v="1315" actId="14100"/>
          <ac:cxnSpMkLst>
            <pc:docMk/>
            <pc:sldMk cId="1630311378" sldId="267"/>
            <ac:cxnSpMk id="20" creationId="{C7822512-DCB4-06C0-3B79-BEFE296A265F}"/>
          </ac:cxnSpMkLst>
        </pc:cxnChg>
        <pc:cxnChg chg="add mod">
          <ac:chgData name="Yu Sun" userId="9bfd5afd-7064-4376-adff-af4cfdf8173d" providerId="ADAL" clId="{B691AB88-3184-499F-872B-2466B7A04132}" dt="2026-07-29T02:55:20.054" v="1321" actId="1076"/>
          <ac:cxnSpMkLst>
            <pc:docMk/>
            <pc:sldMk cId="1630311378" sldId="267"/>
            <ac:cxnSpMk id="23" creationId="{BAC01AF1-2F3F-A259-AF32-B1D14EBE1D31}"/>
          </ac:cxnSpMkLst>
        </pc:cxnChg>
      </pc:sldChg>
      <pc:sldChg chg="addSp delSp modSp new mod">
        <pc:chgData name="Yu Sun" userId="9bfd5afd-7064-4376-adff-af4cfdf8173d" providerId="ADAL" clId="{B691AB88-3184-499F-872B-2466B7A04132}" dt="2026-07-29T05:30:41.741" v="1520" actId="1076"/>
        <pc:sldMkLst>
          <pc:docMk/>
          <pc:sldMk cId="2732883734" sldId="268"/>
        </pc:sldMkLst>
        <pc:spChg chg="del">
          <ac:chgData name="Yu Sun" userId="9bfd5afd-7064-4376-adff-af4cfdf8173d" providerId="ADAL" clId="{B691AB88-3184-499F-872B-2466B7A04132}" dt="2026-07-29T03:09:24.988" v="1500" actId="478"/>
          <ac:spMkLst>
            <pc:docMk/>
            <pc:sldMk cId="2732883734" sldId="268"/>
            <ac:spMk id="2" creationId="{6487784B-4505-2BC7-2E95-98C215D59AAF}"/>
          </ac:spMkLst>
        </pc:spChg>
        <pc:spChg chg="del">
          <ac:chgData name="Yu Sun" userId="9bfd5afd-7064-4376-adff-af4cfdf8173d" providerId="ADAL" clId="{B691AB88-3184-499F-872B-2466B7A04132}" dt="2026-07-29T03:09:24.988" v="1500" actId="478"/>
          <ac:spMkLst>
            <pc:docMk/>
            <pc:sldMk cId="2732883734" sldId="268"/>
            <ac:spMk id="3" creationId="{1B03FE05-BBF4-ECF2-DAC8-A265C0C16732}"/>
          </ac:spMkLst>
        </pc:spChg>
        <pc:picChg chg="add del mod">
          <ac:chgData name="Yu Sun" userId="9bfd5afd-7064-4376-adff-af4cfdf8173d" providerId="ADAL" clId="{B691AB88-3184-499F-872B-2466B7A04132}" dt="2026-07-29T03:09:43.457" v="1503" actId="478"/>
          <ac:picMkLst>
            <pc:docMk/>
            <pc:sldMk cId="2732883734" sldId="268"/>
            <ac:picMk id="5" creationId="{9D58719D-D35E-2F66-3C54-2E696AC57E4D}"/>
          </ac:picMkLst>
        </pc:picChg>
        <pc:picChg chg="add mod">
          <ac:chgData name="Yu Sun" userId="9bfd5afd-7064-4376-adff-af4cfdf8173d" providerId="ADAL" clId="{B691AB88-3184-499F-872B-2466B7A04132}" dt="2026-07-29T05:30:36.563" v="1517" actId="1076"/>
          <ac:picMkLst>
            <pc:docMk/>
            <pc:sldMk cId="2732883734" sldId="268"/>
            <ac:picMk id="7" creationId="{FAA45CBA-65E3-6F47-156C-67E4EE8C224E}"/>
          </ac:picMkLst>
        </pc:picChg>
        <pc:picChg chg="add mod">
          <ac:chgData name="Yu Sun" userId="9bfd5afd-7064-4376-adff-af4cfdf8173d" providerId="ADAL" clId="{B691AB88-3184-499F-872B-2466B7A04132}" dt="2026-07-29T05:30:41.741" v="1520" actId="1076"/>
          <ac:picMkLst>
            <pc:docMk/>
            <pc:sldMk cId="2732883734" sldId="268"/>
            <ac:picMk id="9" creationId="{5520FDF3-BC24-A785-082E-656806AC42A7}"/>
          </ac:picMkLst>
        </pc:picChg>
      </pc:sldChg>
      <pc:sldChg chg="addSp delSp modSp new mod">
        <pc:chgData name="Yu Sun" userId="9bfd5afd-7064-4376-adff-af4cfdf8173d" providerId="ADAL" clId="{B691AB88-3184-499F-872B-2466B7A04132}" dt="2026-07-29T05:38:35.852" v="1651" actId="1076"/>
        <pc:sldMkLst>
          <pc:docMk/>
          <pc:sldMk cId="2233772116" sldId="269"/>
        </pc:sldMkLst>
        <pc:spChg chg="del">
          <ac:chgData name="Yu Sun" userId="9bfd5afd-7064-4376-adff-af4cfdf8173d" providerId="ADAL" clId="{B691AB88-3184-499F-872B-2466B7A04132}" dt="2026-07-29T05:30:47.791" v="1522" actId="478"/>
          <ac:spMkLst>
            <pc:docMk/>
            <pc:sldMk cId="2233772116" sldId="269"/>
            <ac:spMk id="2" creationId="{B7830104-8F19-AE40-7975-014B67DF3BE1}"/>
          </ac:spMkLst>
        </pc:spChg>
        <pc:spChg chg="del">
          <ac:chgData name="Yu Sun" userId="9bfd5afd-7064-4376-adff-af4cfdf8173d" providerId="ADAL" clId="{B691AB88-3184-499F-872B-2466B7A04132}" dt="2026-07-29T05:30:47.791" v="1522" actId="478"/>
          <ac:spMkLst>
            <pc:docMk/>
            <pc:sldMk cId="2233772116" sldId="269"/>
            <ac:spMk id="3" creationId="{25A51EBB-8844-D93A-5131-24B190E734E9}"/>
          </ac:spMkLst>
        </pc:spChg>
        <pc:spChg chg="add mod">
          <ac:chgData name="Yu Sun" userId="9bfd5afd-7064-4376-adff-af4cfdf8173d" providerId="ADAL" clId="{B691AB88-3184-499F-872B-2466B7A04132}" dt="2026-07-29T05:31:51.345" v="1647" actId="14100"/>
          <ac:spMkLst>
            <pc:docMk/>
            <pc:sldMk cId="2233772116" sldId="269"/>
            <ac:spMk id="8" creationId="{80FB6311-8365-C4A1-03DB-77B653ABE21D}"/>
          </ac:spMkLst>
        </pc:spChg>
        <pc:picChg chg="add mod">
          <ac:chgData name="Yu Sun" userId="9bfd5afd-7064-4376-adff-af4cfdf8173d" providerId="ADAL" clId="{B691AB88-3184-499F-872B-2466B7A04132}" dt="2026-07-29T05:30:54.470" v="1529" actId="1076"/>
          <ac:picMkLst>
            <pc:docMk/>
            <pc:sldMk cId="2233772116" sldId="269"/>
            <ac:picMk id="5" creationId="{27F4856B-B00F-FB07-DE3D-FB41D7990CF2}"/>
          </ac:picMkLst>
        </pc:picChg>
        <pc:picChg chg="add mod">
          <ac:chgData name="Yu Sun" userId="9bfd5afd-7064-4376-adff-af4cfdf8173d" providerId="ADAL" clId="{B691AB88-3184-499F-872B-2466B7A04132}" dt="2026-07-29T05:30:57.681" v="1530" actId="1076"/>
          <ac:picMkLst>
            <pc:docMk/>
            <pc:sldMk cId="2233772116" sldId="269"/>
            <ac:picMk id="7" creationId="{A1B5A3F4-1D00-D19F-7A45-EDCA598F8AAA}"/>
          </ac:picMkLst>
        </pc:picChg>
        <pc:picChg chg="add mod">
          <ac:chgData name="Yu Sun" userId="9bfd5afd-7064-4376-adff-af4cfdf8173d" providerId="ADAL" clId="{B691AB88-3184-499F-872B-2466B7A04132}" dt="2026-07-29T05:38:35.852" v="1651" actId="1076"/>
          <ac:picMkLst>
            <pc:docMk/>
            <pc:sldMk cId="2233772116" sldId="269"/>
            <ac:picMk id="9" creationId="{7DC46A33-2EE5-287F-461F-17EAD177F5DD}"/>
          </ac:picMkLst>
        </pc:picChg>
      </pc:sldChg>
      <pc:sldChg chg="addSp delSp modSp add mod">
        <pc:chgData name="Yu Sun" userId="9bfd5afd-7064-4376-adff-af4cfdf8173d" providerId="ADAL" clId="{B691AB88-3184-499F-872B-2466B7A04132}" dt="2026-07-29T06:25:28.080" v="1753" actId="1076"/>
        <pc:sldMkLst>
          <pc:docMk/>
          <pc:sldMk cId="1953703966" sldId="270"/>
        </pc:sldMkLst>
        <pc:spChg chg="mod">
          <ac:chgData name="Yu Sun" userId="9bfd5afd-7064-4376-adff-af4cfdf8173d" providerId="ADAL" clId="{B691AB88-3184-499F-872B-2466B7A04132}" dt="2026-07-29T05:39:26.240" v="1713" actId="1038"/>
          <ac:spMkLst>
            <pc:docMk/>
            <pc:sldMk cId="1953703966" sldId="270"/>
            <ac:spMk id="8" creationId="{A7353F7D-11AF-009E-D85B-C98032C21154}"/>
          </ac:spMkLst>
        </pc:spChg>
        <pc:picChg chg="add mod ord">
          <ac:chgData name="Yu Sun" userId="9bfd5afd-7064-4376-adff-af4cfdf8173d" providerId="ADAL" clId="{B691AB88-3184-499F-872B-2466B7A04132}" dt="2026-07-29T05:39:00.192" v="1664" actId="1076"/>
          <ac:picMkLst>
            <pc:docMk/>
            <pc:sldMk cId="1953703966" sldId="270"/>
            <ac:picMk id="3" creationId="{D62B7FDD-9529-0996-3687-61B2ADC549F3}"/>
          </ac:picMkLst>
        </pc:picChg>
        <pc:picChg chg="del">
          <ac:chgData name="Yu Sun" userId="9bfd5afd-7064-4376-adff-af4cfdf8173d" providerId="ADAL" clId="{B691AB88-3184-499F-872B-2466B7A04132}" dt="2026-07-29T05:38:42.456" v="1654" actId="478"/>
          <ac:picMkLst>
            <pc:docMk/>
            <pc:sldMk cId="1953703966" sldId="270"/>
            <ac:picMk id="5" creationId="{DEE62D63-D171-6ABD-FF9B-8989210FDDE8}"/>
          </ac:picMkLst>
        </pc:picChg>
        <pc:picChg chg="add mod ord">
          <ac:chgData name="Yu Sun" userId="9bfd5afd-7064-4376-adff-af4cfdf8173d" providerId="ADAL" clId="{B691AB88-3184-499F-872B-2466B7A04132}" dt="2026-07-29T05:39:03.264" v="1665" actId="1076"/>
          <ac:picMkLst>
            <pc:docMk/>
            <pc:sldMk cId="1953703966" sldId="270"/>
            <ac:picMk id="6" creationId="{CCB763B5-2D6C-EF9D-B00F-6AA7CBAFCC68}"/>
          </ac:picMkLst>
        </pc:picChg>
        <pc:picChg chg="del">
          <ac:chgData name="Yu Sun" userId="9bfd5afd-7064-4376-adff-af4cfdf8173d" providerId="ADAL" clId="{B691AB88-3184-499F-872B-2466B7A04132}" dt="2026-07-29T05:38:44.351" v="1655" actId="478"/>
          <ac:picMkLst>
            <pc:docMk/>
            <pc:sldMk cId="1953703966" sldId="270"/>
            <ac:picMk id="7" creationId="{A92DD026-A0A4-6FF0-B9C8-ED9F1E0A5F73}"/>
          </ac:picMkLst>
        </pc:picChg>
        <pc:picChg chg="del">
          <ac:chgData name="Yu Sun" userId="9bfd5afd-7064-4376-adff-af4cfdf8173d" providerId="ADAL" clId="{B691AB88-3184-499F-872B-2466B7A04132}" dt="2026-07-29T05:38:39.961" v="1653" actId="478"/>
          <ac:picMkLst>
            <pc:docMk/>
            <pc:sldMk cId="1953703966" sldId="270"/>
            <ac:picMk id="9" creationId="{5C9D042D-85D3-F596-17BB-CAF8F6C6723F}"/>
          </ac:picMkLst>
        </pc:picChg>
        <pc:picChg chg="add mod">
          <ac:chgData name="Yu Sun" userId="9bfd5afd-7064-4376-adff-af4cfdf8173d" providerId="ADAL" clId="{B691AB88-3184-499F-872B-2466B7A04132}" dt="2026-07-29T06:25:28.080" v="1753" actId="1076"/>
          <ac:picMkLst>
            <pc:docMk/>
            <pc:sldMk cId="1953703966" sldId="270"/>
            <ac:picMk id="10" creationId="{A9D1C67E-0CF1-3A77-59D4-A69B0397554B}"/>
          </ac:picMkLst>
        </pc:picChg>
      </pc:sldChg>
      <pc:sldChg chg="addSp delSp modSp new mod">
        <pc:chgData name="Yu Sun" userId="9bfd5afd-7064-4376-adff-af4cfdf8173d" providerId="ADAL" clId="{B691AB88-3184-499F-872B-2466B7A04132}" dt="2026-07-29T06:26:10.994" v="1871"/>
        <pc:sldMkLst>
          <pc:docMk/>
          <pc:sldMk cId="2684726043" sldId="271"/>
        </pc:sldMkLst>
        <pc:spChg chg="del">
          <ac:chgData name="Yu Sun" userId="9bfd5afd-7064-4376-adff-af4cfdf8173d" providerId="ADAL" clId="{B691AB88-3184-499F-872B-2466B7A04132}" dt="2026-07-29T06:22:19.234" v="1717" actId="478"/>
          <ac:spMkLst>
            <pc:docMk/>
            <pc:sldMk cId="2684726043" sldId="271"/>
            <ac:spMk id="2" creationId="{88A3B8F4-D439-FF8D-B002-BD0C5C050929}"/>
          </ac:spMkLst>
        </pc:spChg>
        <pc:spChg chg="del">
          <ac:chgData name="Yu Sun" userId="9bfd5afd-7064-4376-adff-af4cfdf8173d" providerId="ADAL" clId="{B691AB88-3184-499F-872B-2466B7A04132}" dt="2026-07-29T06:22:19.234" v="1717" actId="478"/>
          <ac:spMkLst>
            <pc:docMk/>
            <pc:sldMk cId="2684726043" sldId="271"/>
            <ac:spMk id="3" creationId="{9EE4EA05-A929-BA9D-429A-49D7BDA0771F}"/>
          </ac:spMkLst>
        </pc:spChg>
        <pc:spChg chg="add mod">
          <ac:chgData name="Yu Sun" userId="9bfd5afd-7064-4376-adff-af4cfdf8173d" providerId="ADAL" clId="{B691AB88-3184-499F-872B-2466B7A04132}" dt="2026-07-29T06:26:04.207" v="1870" actId="14100"/>
          <ac:spMkLst>
            <pc:docMk/>
            <pc:sldMk cId="2684726043" sldId="271"/>
            <ac:spMk id="5" creationId="{C9E03182-63AE-FF1E-9338-E392A03FE69D}"/>
          </ac:spMkLst>
        </pc:spChg>
        <pc:picChg chg="add del mod">
          <ac:chgData name="Yu Sun" userId="9bfd5afd-7064-4376-adff-af4cfdf8173d" providerId="ADAL" clId="{B691AB88-3184-499F-872B-2466B7A04132}" dt="2026-07-29T06:23:25.790" v="1737" actId="478"/>
          <ac:picMkLst>
            <pc:docMk/>
            <pc:sldMk cId="2684726043" sldId="271"/>
            <ac:picMk id="4" creationId="{89670F87-86C3-87A4-BC13-0F35DDDB5D15}"/>
          </ac:picMkLst>
        </pc:picChg>
        <pc:picChg chg="add">
          <ac:chgData name="Yu Sun" userId="9bfd5afd-7064-4376-adff-af4cfdf8173d" providerId="ADAL" clId="{B691AB88-3184-499F-872B-2466B7A04132}" dt="2026-07-29T06:26:10.994" v="1871"/>
          <ac:picMkLst>
            <pc:docMk/>
            <pc:sldMk cId="2684726043" sldId="271"/>
            <ac:picMk id="6" creationId="{9FC924DA-982F-4728-6D9B-DF84A60DD252}"/>
          </ac:picMkLst>
        </pc:picChg>
        <pc:picChg chg="add del mod">
          <ac:chgData name="Yu Sun" userId="9bfd5afd-7064-4376-adff-af4cfdf8173d" providerId="ADAL" clId="{B691AB88-3184-499F-872B-2466B7A04132}" dt="2026-07-29T06:24:01.118" v="1738" actId="478"/>
          <ac:picMkLst>
            <pc:docMk/>
            <pc:sldMk cId="2684726043" sldId="271"/>
            <ac:picMk id="5122" creationId="{96E998A5-4AC3-C82E-B2B4-1342432E614B}"/>
          </ac:picMkLst>
        </pc:picChg>
        <pc:picChg chg="add mod">
          <ac:chgData name="Yu Sun" userId="9bfd5afd-7064-4376-adff-af4cfdf8173d" providerId="ADAL" clId="{B691AB88-3184-499F-872B-2466B7A04132}" dt="2026-07-29T06:25:07.144" v="1752" actId="732"/>
          <ac:picMkLst>
            <pc:docMk/>
            <pc:sldMk cId="2684726043" sldId="271"/>
            <ac:picMk id="5124" creationId="{B19F592C-409B-F8F1-C563-FACF15B38E95}"/>
          </ac:picMkLst>
        </pc:picChg>
        <pc:picChg chg="add mod">
          <ac:chgData name="Yu Sun" userId="9bfd5afd-7064-4376-adff-af4cfdf8173d" providerId="ADAL" clId="{B691AB88-3184-499F-872B-2466B7A04132}" dt="2026-07-29T06:25:02.602" v="1751" actId="732"/>
          <ac:picMkLst>
            <pc:docMk/>
            <pc:sldMk cId="2684726043" sldId="271"/>
            <ac:picMk id="5126" creationId="{15B941B0-EB1C-E9F1-8AF4-DAAE159642DF}"/>
          </ac:picMkLst>
        </pc:picChg>
        <pc:picChg chg="add mod">
          <ac:chgData name="Yu Sun" userId="9bfd5afd-7064-4376-adff-af4cfdf8173d" providerId="ADAL" clId="{B691AB88-3184-499F-872B-2466B7A04132}" dt="2026-07-29T06:24:37.022" v="1749" actId="1076"/>
          <ac:picMkLst>
            <pc:docMk/>
            <pc:sldMk cId="2684726043" sldId="271"/>
            <ac:picMk id="5128" creationId="{8765D308-4F18-3D55-89D4-31085DDB4D05}"/>
          </ac:picMkLst>
        </pc:picChg>
      </pc:sldChg>
      <pc:sldChg chg="addSp delSp modSp add mod">
        <pc:chgData name="Yu Sun" userId="9bfd5afd-7064-4376-adff-af4cfdf8173d" providerId="ADAL" clId="{B691AB88-3184-499F-872B-2466B7A04132}" dt="2026-07-29T06:33:52.550" v="1889" actId="1076"/>
        <pc:sldMkLst>
          <pc:docMk/>
          <pc:sldMk cId="2944509041" sldId="272"/>
        </pc:sldMkLst>
        <pc:spChg chg="mod">
          <ac:chgData name="Yu Sun" userId="9bfd5afd-7064-4376-adff-af4cfdf8173d" providerId="ADAL" clId="{B691AB88-3184-499F-872B-2466B7A04132}" dt="2026-07-29T06:33:17.798" v="1886" actId="164"/>
          <ac:spMkLst>
            <pc:docMk/>
            <pc:sldMk cId="2944509041" sldId="272"/>
            <ac:spMk id="57" creationId="{A4EEF059-8660-A2D4-AE67-C199AE0F5CE1}"/>
          </ac:spMkLst>
        </pc:spChg>
        <pc:spChg chg="mod">
          <ac:chgData name="Yu Sun" userId="9bfd5afd-7064-4376-adff-af4cfdf8173d" providerId="ADAL" clId="{B691AB88-3184-499F-872B-2466B7A04132}" dt="2026-07-29T06:33:52.550" v="1889" actId="1076"/>
          <ac:spMkLst>
            <pc:docMk/>
            <pc:sldMk cId="2944509041" sldId="272"/>
            <ac:spMk id="74" creationId="{0B9B1576-83CF-0836-2D74-81B4ACD9B353}"/>
          </ac:spMkLst>
        </pc:spChg>
        <pc:spChg chg="mod">
          <ac:chgData name="Yu Sun" userId="9bfd5afd-7064-4376-adff-af4cfdf8173d" providerId="ADAL" clId="{B691AB88-3184-499F-872B-2466B7A04132}" dt="2026-07-29T06:33:17.798" v="1886" actId="164"/>
          <ac:spMkLst>
            <pc:docMk/>
            <pc:sldMk cId="2944509041" sldId="272"/>
            <ac:spMk id="84" creationId="{5B335AF4-D129-ABE0-E659-AA96F1F6047D}"/>
          </ac:spMkLst>
        </pc:spChg>
        <pc:grpChg chg="add mod">
          <ac:chgData name="Yu Sun" userId="9bfd5afd-7064-4376-adff-af4cfdf8173d" providerId="ADAL" clId="{B691AB88-3184-499F-872B-2466B7A04132}" dt="2026-07-29T06:33:17.798" v="1886" actId="164"/>
          <ac:grpSpMkLst>
            <pc:docMk/>
            <pc:sldMk cId="2944509041" sldId="272"/>
            <ac:grpSpMk id="2" creationId="{0A2E4102-7462-1B0B-CB6B-1A88D9C3ECFE}"/>
          </ac:grpSpMkLst>
        </pc:grpChg>
        <pc:picChg chg="mod">
          <ac:chgData name="Yu Sun" userId="9bfd5afd-7064-4376-adff-af4cfdf8173d" providerId="ADAL" clId="{B691AB88-3184-499F-872B-2466B7A04132}" dt="2026-07-29T06:33:17.798" v="1886" actId="164"/>
          <ac:picMkLst>
            <pc:docMk/>
            <pc:sldMk cId="2944509041" sldId="272"/>
            <ac:picMk id="56" creationId="{7102728B-42A3-5031-AFF9-0933A24B083F}"/>
          </ac:picMkLst>
        </pc:picChg>
        <pc:picChg chg="del">
          <ac:chgData name="Yu Sun" userId="9bfd5afd-7064-4376-adff-af4cfdf8173d" providerId="ADAL" clId="{B691AB88-3184-499F-872B-2466B7A04132}" dt="2026-07-29T06:31:14.432" v="1878" actId="478"/>
          <ac:picMkLst>
            <pc:docMk/>
            <pc:sldMk cId="2944509041" sldId="272"/>
            <ac:picMk id="78" creationId="{ED1FF044-73E7-27F5-D8FD-EA1118805B4B}"/>
          </ac:picMkLst>
        </pc:picChg>
        <pc:picChg chg="del">
          <ac:chgData name="Yu Sun" userId="9bfd5afd-7064-4376-adff-af4cfdf8173d" providerId="ADAL" clId="{B691AB88-3184-499F-872B-2466B7A04132}" dt="2026-07-29T06:31:12.341" v="1877" actId="478"/>
          <ac:picMkLst>
            <pc:docMk/>
            <pc:sldMk cId="2944509041" sldId="272"/>
            <ac:picMk id="87" creationId="{FF142129-95B9-BAD4-7203-4ABAA79BCB21}"/>
          </ac:picMkLst>
        </pc:picChg>
      </pc:sldChg>
      <pc:sldChg chg="addSp delSp modSp new mod">
        <pc:chgData name="Yu Sun" userId="9bfd5afd-7064-4376-adff-af4cfdf8173d" providerId="ADAL" clId="{B691AB88-3184-499F-872B-2466B7A04132}" dt="2026-07-30T01:58:32.523" v="2549" actId="1076"/>
        <pc:sldMkLst>
          <pc:docMk/>
          <pc:sldMk cId="3406021973" sldId="273"/>
        </pc:sldMkLst>
        <pc:spChg chg="del">
          <ac:chgData name="Yu Sun" userId="9bfd5afd-7064-4376-adff-af4cfdf8173d" providerId="ADAL" clId="{B691AB88-3184-499F-872B-2466B7A04132}" dt="2026-07-29T06:33:42.059" v="1888" actId="478"/>
          <ac:spMkLst>
            <pc:docMk/>
            <pc:sldMk cId="3406021973" sldId="273"/>
            <ac:spMk id="2" creationId="{877AFC1B-6B84-3BED-912C-7425249248A1}"/>
          </ac:spMkLst>
        </pc:spChg>
        <pc:spChg chg="del">
          <ac:chgData name="Yu Sun" userId="9bfd5afd-7064-4376-adff-af4cfdf8173d" providerId="ADAL" clId="{B691AB88-3184-499F-872B-2466B7A04132}" dt="2026-07-29T06:33:42.059" v="1888" actId="478"/>
          <ac:spMkLst>
            <pc:docMk/>
            <pc:sldMk cId="3406021973" sldId="273"/>
            <ac:spMk id="3" creationId="{A8EDE142-95B3-28C2-FBE3-FE3D4BF37271}"/>
          </ac:spMkLst>
        </pc:spChg>
        <pc:spChg chg="add mod">
          <ac:chgData name="Yu Sun" userId="9bfd5afd-7064-4376-adff-af4cfdf8173d" providerId="ADAL" clId="{B691AB88-3184-499F-872B-2466B7A04132}" dt="2026-07-29T06:54:39.149" v="2282" actId="1076"/>
          <ac:spMkLst>
            <pc:docMk/>
            <pc:sldMk cId="3406021973" sldId="273"/>
            <ac:spMk id="7" creationId="{5D688142-97E7-9047-8DDD-C4BE2B6698B3}"/>
          </ac:spMkLst>
        </pc:spChg>
        <pc:spChg chg="add del mod ord">
          <ac:chgData name="Yu Sun" userId="9bfd5afd-7064-4376-adff-af4cfdf8173d" providerId="ADAL" clId="{B691AB88-3184-499F-872B-2466B7A04132}" dt="2026-07-29T06:56:37.510" v="2334" actId="478"/>
          <ac:spMkLst>
            <pc:docMk/>
            <pc:sldMk cId="3406021973" sldId="273"/>
            <ac:spMk id="9" creationId="{967673D2-562D-5E43-C2FD-7C78BC192EE6}"/>
          </ac:spMkLst>
        </pc:spChg>
        <pc:spChg chg="add mod">
          <ac:chgData name="Yu Sun" userId="9bfd5afd-7064-4376-adff-af4cfdf8173d" providerId="ADAL" clId="{B691AB88-3184-499F-872B-2466B7A04132}" dt="2026-07-29T06:54:39.149" v="2282" actId="1076"/>
          <ac:spMkLst>
            <pc:docMk/>
            <pc:sldMk cId="3406021973" sldId="273"/>
            <ac:spMk id="10" creationId="{F90A9E8D-228A-8435-2C39-9961FC2C2D39}"/>
          </ac:spMkLst>
        </pc:spChg>
        <pc:spChg chg="add mod">
          <ac:chgData name="Yu Sun" userId="9bfd5afd-7064-4376-adff-af4cfdf8173d" providerId="ADAL" clId="{B691AB88-3184-499F-872B-2466B7A04132}" dt="2026-07-29T06:39:58.903" v="2037" actId="207"/>
          <ac:spMkLst>
            <pc:docMk/>
            <pc:sldMk cId="3406021973" sldId="273"/>
            <ac:spMk id="11" creationId="{EA96479F-D56A-BBE2-1247-05E98FD8D852}"/>
          </ac:spMkLst>
        </pc:spChg>
        <pc:spChg chg="add mod">
          <ac:chgData name="Yu Sun" userId="9bfd5afd-7064-4376-adff-af4cfdf8173d" providerId="ADAL" clId="{B691AB88-3184-499F-872B-2466B7A04132}" dt="2026-07-29T06:39:46.225" v="2035" actId="164"/>
          <ac:spMkLst>
            <pc:docMk/>
            <pc:sldMk cId="3406021973" sldId="273"/>
            <ac:spMk id="13" creationId="{8CAEF11F-86D9-178C-6971-F6A675FD49D6}"/>
          </ac:spMkLst>
        </pc:spChg>
        <pc:spChg chg="add del mod">
          <ac:chgData name="Yu Sun" userId="9bfd5afd-7064-4376-adff-af4cfdf8173d" providerId="ADAL" clId="{B691AB88-3184-499F-872B-2466B7A04132}" dt="2026-07-29T06:56:40.050" v="2335" actId="478"/>
          <ac:spMkLst>
            <pc:docMk/>
            <pc:sldMk cId="3406021973" sldId="273"/>
            <ac:spMk id="15" creationId="{DDA350CD-D554-F5E6-CA53-0D5B5BBB69E0}"/>
          </ac:spMkLst>
        </pc:spChg>
        <pc:spChg chg="add mod">
          <ac:chgData name="Yu Sun" userId="9bfd5afd-7064-4376-adff-af4cfdf8173d" providerId="ADAL" clId="{B691AB88-3184-499F-872B-2466B7A04132}" dt="2026-07-29T06:54:39.149" v="2282" actId="1076"/>
          <ac:spMkLst>
            <pc:docMk/>
            <pc:sldMk cId="3406021973" sldId="273"/>
            <ac:spMk id="19" creationId="{236366C5-3A24-EF69-2CDB-9A1A3C5F6D5A}"/>
          </ac:spMkLst>
        </pc:spChg>
        <pc:spChg chg="add mod">
          <ac:chgData name="Yu Sun" userId="9bfd5afd-7064-4376-adff-af4cfdf8173d" providerId="ADAL" clId="{B691AB88-3184-499F-872B-2466B7A04132}" dt="2026-07-29T07:02:19.305" v="2466" actId="1038"/>
          <ac:spMkLst>
            <pc:docMk/>
            <pc:sldMk cId="3406021973" sldId="273"/>
            <ac:spMk id="20" creationId="{EEAD3AAB-7661-8490-5E46-9D1EDAC19F29}"/>
          </ac:spMkLst>
        </pc:spChg>
        <pc:spChg chg="add mod">
          <ac:chgData name="Yu Sun" userId="9bfd5afd-7064-4376-adff-af4cfdf8173d" providerId="ADAL" clId="{B691AB88-3184-499F-872B-2466B7A04132}" dt="2026-07-29T06:45:10.265" v="2140" actId="164"/>
          <ac:spMkLst>
            <pc:docMk/>
            <pc:sldMk cId="3406021973" sldId="273"/>
            <ac:spMk id="22" creationId="{A35AB8DC-B427-5EA1-F219-29335EA607E4}"/>
          </ac:spMkLst>
        </pc:spChg>
        <pc:spChg chg="add mod">
          <ac:chgData name="Yu Sun" userId="9bfd5afd-7064-4376-adff-af4cfdf8173d" providerId="ADAL" clId="{B691AB88-3184-499F-872B-2466B7A04132}" dt="2026-07-29T06:45:10.265" v="2140" actId="164"/>
          <ac:spMkLst>
            <pc:docMk/>
            <pc:sldMk cId="3406021973" sldId="273"/>
            <ac:spMk id="23" creationId="{9A2B577A-6238-1CD5-D43B-DDA8A3517E02}"/>
          </ac:spMkLst>
        </pc:spChg>
        <pc:spChg chg="mod">
          <ac:chgData name="Yu Sun" userId="9bfd5afd-7064-4376-adff-af4cfdf8173d" providerId="ADAL" clId="{B691AB88-3184-499F-872B-2466B7A04132}" dt="2026-07-29T06:45:23.849" v="2142"/>
          <ac:spMkLst>
            <pc:docMk/>
            <pc:sldMk cId="3406021973" sldId="273"/>
            <ac:spMk id="27" creationId="{A2E53A58-FF00-811A-597A-E0AEC216C381}"/>
          </ac:spMkLst>
        </pc:spChg>
        <pc:spChg chg="mod">
          <ac:chgData name="Yu Sun" userId="9bfd5afd-7064-4376-adff-af4cfdf8173d" providerId="ADAL" clId="{B691AB88-3184-499F-872B-2466B7A04132}" dt="2026-07-29T06:45:23.849" v="2142"/>
          <ac:spMkLst>
            <pc:docMk/>
            <pc:sldMk cId="3406021973" sldId="273"/>
            <ac:spMk id="28" creationId="{9FD3A226-9712-92C4-6439-8EE02279B784}"/>
          </ac:spMkLst>
        </pc:spChg>
        <pc:spChg chg="add mod">
          <ac:chgData name="Yu Sun" userId="9bfd5afd-7064-4376-adff-af4cfdf8173d" providerId="ADAL" clId="{B691AB88-3184-499F-872B-2466B7A04132}" dt="2026-07-29T06:54:39.149" v="2282" actId="1076"/>
          <ac:spMkLst>
            <pc:docMk/>
            <pc:sldMk cId="3406021973" sldId="273"/>
            <ac:spMk id="29" creationId="{E44D4185-C240-A0E9-2474-95F6E85F8403}"/>
          </ac:spMkLst>
        </pc:spChg>
        <pc:spChg chg="add mod">
          <ac:chgData name="Yu Sun" userId="9bfd5afd-7064-4376-adff-af4cfdf8173d" providerId="ADAL" clId="{B691AB88-3184-499F-872B-2466B7A04132}" dt="2026-07-29T06:54:39.149" v="2282" actId="1076"/>
          <ac:spMkLst>
            <pc:docMk/>
            <pc:sldMk cId="3406021973" sldId="273"/>
            <ac:spMk id="33" creationId="{CF0DF837-9079-FB25-DFBF-20E524DD6B40}"/>
          </ac:spMkLst>
        </pc:spChg>
        <pc:spChg chg="add del mod">
          <ac:chgData name="Yu Sun" userId="9bfd5afd-7064-4376-adff-af4cfdf8173d" providerId="ADAL" clId="{B691AB88-3184-499F-872B-2466B7A04132}" dt="2026-07-29T06:48:44.237" v="2214" actId="478"/>
          <ac:spMkLst>
            <pc:docMk/>
            <pc:sldMk cId="3406021973" sldId="273"/>
            <ac:spMk id="34" creationId="{F898B3A6-79AE-CF75-191A-0146282406B7}"/>
          </ac:spMkLst>
        </pc:spChg>
        <pc:spChg chg="add del mod">
          <ac:chgData name="Yu Sun" userId="9bfd5afd-7064-4376-adff-af4cfdf8173d" providerId="ADAL" clId="{B691AB88-3184-499F-872B-2466B7A04132}" dt="2026-07-29T06:48:52.364" v="2217" actId="478"/>
          <ac:spMkLst>
            <pc:docMk/>
            <pc:sldMk cId="3406021973" sldId="273"/>
            <ac:spMk id="35" creationId="{F5051F76-5C41-65B4-5AF1-0A77A25C3C4C}"/>
          </ac:spMkLst>
        </pc:spChg>
        <pc:spChg chg="add mod">
          <ac:chgData name="Yu Sun" userId="9bfd5afd-7064-4376-adff-af4cfdf8173d" providerId="ADAL" clId="{B691AB88-3184-499F-872B-2466B7A04132}" dt="2026-07-29T07:02:19.305" v="2466" actId="1038"/>
          <ac:spMkLst>
            <pc:docMk/>
            <pc:sldMk cId="3406021973" sldId="273"/>
            <ac:spMk id="36" creationId="{0D9ED3F1-CF06-8A45-E153-E1979B6DFBC5}"/>
          </ac:spMkLst>
        </pc:spChg>
        <pc:spChg chg="add mod">
          <ac:chgData name="Yu Sun" userId="9bfd5afd-7064-4376-adff-af4cfdf8173d" providerId="ADAL" clId="{B691AB88-3184-499F-872B-2466B7A04132}" dt="2026-07-29T07:02:19.305" v="2466" actId="1038"/>
          <ac:spMkLst>
            <pc:docMk/>
            <pc:sldMk cId="3406021973" sldId="273"/>
            <ac:spMk id="37" creationId="{76CBEA8F-F7D1-219B-9A83-BA6CF389D2DF}"/>
          </ac:spMkLst>
        </pc:spChg>
        <pc:spChg chg="add del mod">
          <ac:chgData name="Yu Sun" userId="9bfd5afd-7064-4376-adff-af4cfdf8173d" providerId="ADAL" clId="{B691AB88-3184-499F-872B-2466B7A04132}" dt="2026-07-29T06:51:55.068" v="2253" actId="478"/>
          <ac:spMkLst>
            <pc:docMk/>
            <pc:sldMk cId="3406021973" sldId="273"/>
            <ac:spMk id="38" creationId="{AEEA0646-79C1-F813-2BB4-DC9120AEC65E}"/>
          </ac:spMkLst>
        </pc:spChg>
        <pc:spChg chg="add del mod">
          <ac:chgData name="Yu Sun" userId="9bfd5afd-7064-4376-adff-af4cfdf8173d" providerId="ADAL" clId="{B691AB88-3184-499F-872B-2466B7A04132}" dt="2026-07-29T06:51:55.068" v="2253" actId="478"/>
          <ac:spMkLst>
            <pc:docMk/>
            <pc:sldMk cId="3406021973" sldId="273"/>
            <ac:spMk id="39" creationId="{CCC222AF-287E-852C-1375-E4E9976442A7}"/>
          </ac:spMkLst>
        </pc:spChg>
        <pc:spChg chg="add del mod">
          <ac:chgData name="Yu Sun" userId="9bfd5afd-7064-4376-adff-af4cfdf8173d" providerId="ADAL" clId="{B691AB88-3184-499F-872B-2466B7A04132}" dt="2026-07-29T06:49:51.689" v="2234" actId="1076"/>
          <ac:spMkLst>
            <pc:docMk/>
            <pc:sldMk cId="3406021973" sldId="273"/>
            <ac:spMk id="43" creationId="{4D816D88-47B4-A59C-7625-D5CD56E1152B}"/>
          </ac:spMkLst>
        </pc:spChg>
        <pc:spChg chg="add mod">
          <ac:chgData name="Yu Sun" userId="9bfd5afd-7064-4376-adff-af4cfdf8173d" providerId="ADAL" clId="{B691AB88-3184-499F-872B-2466B7A04132}" dt="2026-07-29T06:49:51.689" v="2234" actId="1076"/>
          <ac:spMkLst>
            <pc:docMk/>
            <pc:sldMk cId="3406021973" sldId="273"/>
            <ac:spMk id="44" creationId="{708320EE-613D-DEFC-6F82-B4D10E1F4649}"/>
          </ac:spMkLst>
        </pc:spChg>
        <pc:spChg chg="add mod">
          <ac:chgData name="Yu Sun" userId="9bfd5afd-7064-4376-adff-af4cfdf8173d" providerId="ADAL" clId="{B691AB88-3184-499F-872B-2466B7A04132}" dt="2026-07-29T06:49:51.689" v="2234" actId="1076"/>
          <ac:spMkLst>
            <pc:docMk/>
            <pc:sldMk cId="3406021973" sldId="273"/>
            <ac:spMk id="45" creationId="{7696106E-304F-27F6-5892-EE41D9F2E8E0}"/>
          </ac:spMkLst>
        </pc:spChg>
        <pc:spChg chg="add mod">
          <ac:chgData name="Yu Sun" userId="9bfd5afd-7064-4376-adff-af4cfdf8173d" providerId="ADAL" clId="{B691AB88-3184-499F-872B-2466B7A04132}" dt="2026-07-29T06:49:51.689" v="2234" actId="1076"/>
          <ac:spMkLst>
            <pc:docMk/>
            <pc:sldMk cId="3406021973" sldId="273"/>
            <ac:spMk id="46" creationId="{DBBA0E72-CAD3-7877-AC92-7CF6D29B1A71}"/>
          </ac:spMkLst>
        </pc:spChg>
        <pc:spChg chg="add mod">
          <ac:chgData name="Yu Sun" userId="9bfd5afd-7064-4376-adff-af4cfdf8173d" providerId="ADAL" clId="{B691AB88-3184-499F-872B-2466B7A04132}" dt="2026-07-29T06:49:51.689" v="2234" actId="1076"/>
          <ac:spMkLst>
            <pc:docMk/>
            <pc:sldMk cId="3406021973" sldId="273"/>
            <ac:spMk id="48" creationId="{15DE3B3C-1A3D-B6B0-C00F-A65386D02944}"/>
          </ac:spMkLst>
        </pc:spChg>
        <pc:spChg chg="add mod">
          <ac:chgData name="Yu Sun" userId="9bfd5afd-7064-4376-adff-af4cfdf8173d" providerId="ADAL" clId="{B691AB88-3184-499F-872B-2466B7A04132}" dt="2026-07-29T06:49:51.689" v="2234" actId="1076"/>
          <ac:spMkLst>
            <pc:docMk/>
            <pc:sldMk cId="3406021973" sldId="273"/>
            <ac:spMk id="49" creationId="{0E5A5DED-20D0-323D-0EE3-62C5EB2BEFDE}"/>
          </ac:spMkLst>
        </pc:spChg>
        <pc:spChg chg="add mod">
          <ac:chgData name="Yu Sun" userId="9bfd5afd-7064-4376-adff-af4cfdf8173d" providerId="ADAL" clId="{B691AB88-3184-499F-872B-2466B7A04132}" dt="2026-07-29T06:49:50.863" v="2233" actId="164"/>
          <ac:spMkLst>
            <pc:docMk/>
            <pc:sldMk cId="3406021973" sldId="273"/>
            <ac:spMk id="52" creationId="{62CCBF24-D7F9-EDDA-CD56-8C8B6C346628}"/>
          </ac:spMkLst>
        </pc:spChg>
        <pc:spChg chg="add mod">
          <ac:chgData name="Yu Sun" userId="9bfd5afd-7064-4376-adff-af4cfdf8173d" providerId="ADAL" clId="{B691AB88-3184-499F-872B-2466B7A04132}" dt="2026-07-29T06:49:50.863" v="2233" actId="164"/>
          <ac:spMkLst>
            <pc:docMk/>
            <pc:sldMk cId="3406021973" sldId="273"/>
            <ac:spMk id="53" creationId="{49D19416-72C7-DE76-B74A-74C9C0E4D610}"/>
          </ac:spMkLst>
        </pc:spChg>
        <pc:spChg chg="add mod">
          <ac:chgData name="Yu Sun" userId="9bfd5afd-7064-4376-adff-af4cfdf8173d" providerId="ADAL" clId="{B691AB88-3184-499F-872B-2466B7A04132}" dt="2026-07-29T06:49:56.867" v="2237" actId="164"/>
          <ac:spMkLst>
            <pc:docMk/>
            <pc:sldMk cId="3406021973" sldId="273"/>
            <ac:spMk id="57" creationId="{8A717FC9-5C55-7449-CF51-828AE468A2C8}"/>
          </ac:spMkLst>
        </pc:spChg>
        <pc:spChg chg="add mod">
          <ac:chgData name="Yu Sun" userId="9bfd5afd-7064-4376-adff-af4cfdf8173d" providerId="ADAL" clId="{B691AB88-3184-499F-872B-2466B7A04132}" dt="2026-07-29T06:49:56.867" v="2237" actId="164"/>
          <ac:spMkLst>
            <pc:docMk/>
            <pc:sldMk cId="3406021973" sldId="273"/>
            <ac:spMk id="58" creationId="{6E5E6BDF-D453-078E-F288-EC8D75B2C862}"/>
          </ac:spMkLst>
        </pc:spChg>
        <pc:spChg chg="add mod">
          <ac:chgData name="Yu Sun" userId="9bfd5afd-7064-4376-adff-af4cfdf8173d" providerId="ADAL" clId="{B691AB88-3184-499F-872B-2466B7A04132}" dt="2026-07-29T06:50:31.693" v="2242"/>
          <ac:spMkLst>
            <pc:docMk/>
            <pc:sldMk cId="3406021973" sldId="273"/>
            <ac:spMk id="61" creationId="{EE49E613-0622-2656-A9AB-9682809A4503}"/>
          </ac:spMkLst>
        </pc:spChg>
        <pc:spChg chg="add mod">
          <ac:chgData name="Yu Sun" userId="9bfd5afd-7064-4376-adff-af4cfdf8173d" providerId="ADAL" clId="{B691AB88-3184-499F-872B-2466B7A04132}" dt="2026-07-29T06:50:31.693" v="2242"/>
          <ac:spMkLst>
            <pc:docMk/>
            <pc:sldMk cId="3406021973" sldId="273"/>
            <ac:spMk id="63" creationId="{861745AC-6CF3-3A84-4526-B1C4E59F4F41}"/>
          </ac:spMkLst>
        </pc:spChg>
        <pc:spChg chg="add mod">
          <ac:chgData name="Yu Sun" userId="9bfd5afd-7064-4376-adff-af4cfdf8173d" providerId="ADAL" clId="{B691AB88-3184-499F-872B-2466B7A04132}" dt="2026-07-29T06:50:31.693" v="2242"/>
          <ac:spMkLst>
            <pc:docMk/>
            <pc:sldMk cId="3406021973" sldId="273"/>
            <ac:spMk id="64" creationId="{126E2CCD-2BE1-A6C3-6C43-72A73C942820}"/>
          </ac:spMkLst>
        </pc:spChg>
        <pc:spChg chg="add mod">
          <ac:chgData name="Yu Sun" userId="9bfd5afd-7064-4376-adff-af4cfdf8173d" providerId="ADAL" clId="{B691AB88-3184-499F-872B-2466B7A04132}" dt="2026-07-29T06:50:57.442" v="2244" actId="164"/>
          <ac:spMkLst>
            <pc:docMk/>
            <pc:sldMk cId="3406021973" sldId="273"/>
            <ac:spMk id="65" creationId="{0CAFB352-C119-A7FA-CA99-8E63570EFC03}"/>
          </ac:spMkLst>
        </pc:spChg>
        <pc:spChg chg="add mod">
          <ac:chgData name="Yu Sun" userId="9bfd5afd-7064-4376-adff-af4cfdf8173d" providerId="ADAL" clId="{B691AB88-3184-499F-872B-2466B7A04132}" dt="2026-07-29T06:50:57.442" v="2244" actId="164"/>
          <ac:spMkLst>
            <pc:docMk/>
            <pc:sldMk cId="3406021973" sldId="273"/>
            <ac:spMk id="67" creationId="{33757D3D-956E-E0EA-1806-7966AFA0AA99}"/>
          </ac:spMkLst>
        </pc:spChg>
        <pc:spChg chg="add mod">
          <ac:chgData name="Yu Sun" userId="9bfd5afd-7064-4376-adff-af4cfdf8173d" providerId="ADAL" clId="{B691AB88-3184-499F-872B-2466B7A04132}" dt="2026-07-29T06:50:57.442" v="2244" actId="164"/>
          <ac:spMkLst>
            <pc:docMk/>
            <pc:sldMk cId="3406021973" sldId="273"/>
            <ac:spMk id="68" creationId="{A98C6A94-39B9-9C1A-0D2E-D88F19F68958}"/>
          </ac:spMkLst>
        </pc:spChg>
        <pc:spChg chg="add mod">
          <ac:chgData name="Yu Sun" userId="9bfd5afd-7064-4376-adff-af4cfdf8173d" providerId="ADAL" clId="{B691AB88-3184-499F-872B-2466B7A04132}" dt="2026-07-29T06:50:57.442" v="2244" actId="164"/>
          <ac:spMkLst>
            <pc:docMk/>
            <pc:sldMk cId="3406021973" sldId="273"/>
            <ac:spMk id="69" creationId="{DC45A3FB-516B-61DA-9A07-2DD73CF7F360}"/>
          </ac:spMkLst>
        </pc:spChg>
        <pc:spChg chg="add mod">
          <ac:chgData name="Yu Sun" userId="9bfd5afd-7064-4376-adff-af4cfdf8173d" providerId="ADAL" clId="{B691AB88-3184-499F-872B-2466B7A04132}" dt="2026-07-29T06:54:39.149" v="2282" actId="1076"/>
          <ac:spMkLst>
            <pc:docMk/>
            <pc:sldMk cId="3406021973" sldId="273"/>
            <ac:spMk id="71" creationId="{83AC4E02-83DC-DEEF-3DC2-C1EB00244BDB}"/>
          </ac:spMkLst>
        </pc:spChg>
        <pc:spChg chg="add mod">
          <ac:chgData name="Yu Sun" userId="9bfd5afd-7064-4376-adff-af4cfdf8173d" providerId="ADAL" clId="{B691AB88-3184-499F-872B-2466B7A04132}" dt="2026-07-29T07:02:19.305" v="2466" actId="1038"/>
          <ac:spMkLst>
            <pc:docMk/>
            <pc:sldMk cId="3406021973" sldId="273"/>
            <ac:spMk id="72" creationId="{DF4CD50C-70B3-D25B-C633-6D8E358B14C3}"/>
          </ac:spMkLst>
        </pc:spChg>
        <pc:spChg chg="add mod">
          <ac:chgData name="Yu Sun" userId="9bfd5afd-7064-4376-adff-af4cfdf8173d" providerId="ADAL" clId="{B691AB88-3184-499F-872B-2466B7A04132}" dt="2026-07-29T07:02:19.305" v="2466" actId="1038"/>
          <ac:spMkLst>
            <pc:docMk/>
            <pc:sldMk cId="3406021973" sldId="273"/>
            <ac:spMk id="73" creationId="{FFB23D7E-026E-AAA4-EE9C-91859255481F}"/>
          </ac:spMkLst>
        </pc:spChg>
        <pc:spChg chg="add del mod">
          <ac:chgData name="Yu Sun" userId="9bfd5afd-7064-4376-adff-af4cfdf8173d" providerId="ADAL" clId="{B691AB88-3184-499F-872B-2466B7A04132}" dt="2026-07-29T06:52:45.742" v="2269" actId="478"/>
          <ac:spMkLst>
            <pc:docMk/>
            <pc:sldMk cId="3406021973" sldId="273"/>
            <ac:spMk id="74" creationId="{2C43046E-7A8A-DE41-7AEB-111F84D3722D}"/>
          </ac:spMkLst>
        </pc:spChg>
        <pc:spChg chg="add mod">
          <ac:chgData name="Yu Sun" userId="9bfd5afd-7064-4376-adff-af4cfdf8173d" providerId="ADAL" clId="{B691AB88-3184-499F-872B-2466B7A04132}" dt="2026-07-29T07:02:19.305" v="2466" actId="1038"/>
          <ac:spMkLst>
            <pc:docMk/>
            <pc:sldMk cId="3406021973" sldId="273"/>
            <ac:spMk id="75" creationId="{32A02FA2-FE02-45E3-CB2E-4369690E1964}"/>
          </ac:spMkLst>
        </pc:spChg>
        <pc:spChg chg="add del mod">
          <ac:chgData name="Yu Sun" userId="9bfd5afd-7064-4376-adff-af4cfdf8173d" providerId="ADAL" clId="{B691AB88-3184-499F-872B-2466B7A04132}" dt="2026-07-29T06:52:25.866" v="2264" actId="478"/>
          <ac:spMkLst>
            <pc:docMk/>
            <pc:sldMk cId="3406021973" sldId="273"/>
            <ac:spMk id="77" creationId="{0E5B0F14-0286-01E8-FCE0-2BC8D284C441}"/>
          </ac:spMkLst>
        </pc:spChg>
        <pc:spChg chg="add mod">
          <ac:chgData name="Yu Sun" userId="9bfd5afd-7064-4376-adff-af4cfdf8173d" providerId="ADAL" clId="{B691AB88-3184-499F-872B-2466B7A04132}" dt="2026-07-29T06:52:23.467" v="2262" actId="164"/>
          <ac:spMkLst>
            <pc:docMk/>
            <pc:sldMk cId="3406021973" sldId="273"/>
            <ac:spMk id="79" creationId="{FFEA191F-B25B-1E99-9A0F-8EFAB2AD5BC3}"/>
          </ac:spMkLst>
        </pc:spChg>
        <pc:spChg chg="add mod">
          <ac:chgData name="Yu Sun" userId="9bfd5afd-7064-4376-adff-af4cfdf8173d" providerId="ADAL" clId="{B691AB88-3184-499F-872B-2466B7A04132}" dt="2026-07-29T07:02:19.305" v="2466" actId="1038"/>
          <ac:spMkLst>
            <pc:docMk/>
            <pc:sldMk cId="3406021973" sldId="273"/>
            <ac:spMk id="82" creationId="{65158851-7B1A-1F83-58D6-81970253B1FA}"/>
          </ac:spMkLst>
        </pc:spChg>
        <pc:spChg chg="add mod">
          <ac:chgData name="Yu Sun" userId="9bfd5afd-7064-4376-adff-af4cfdf8173d" providerId="ADAL" clId="{B691AB88-3184-499F-872B-2466B7A04132}" dt="2026-07-29T07:02:19.305" v="2466" actId="1038"/>
          <ac:spMkLst>
            <pc:docMk/>
            <pc:sldMk cId="3406021973" sldId="273"/>
            <ac:spMk id="83" creationId="{0DF3F9C1-D590-FCBD-51A8-B120A44B622C}"/>
          </ac:spMkLst>
        </pc:spChg>
        <pc:spChg chg="add mod ord">
          <ac:chgData name="Yu Sun" userId="9bfd5afd-7064-4376-adff-af4cfdf8173d" providerId="ADAL" clId="{B691AB88-3184-499F-872B-2466B7A04132}" dt="2026-07-29T07:02:19.305" v="2466" actId="1038"/>
          <ac:spMkLst>
            <pc:docMk/>
            <pc:sldMk cId="3406021973" sldId="273"/>
            <ac:spMk id="84" creationId="{D4D79ACC-AE68-565B-B6BD-0AC2CEFAF1E7}"/>
          </ac:spMkLst>
        </pc:spChg>
        <pc:spChg chg="add mod">
          <ac:chgData name="Yu Sun" userId="9bfd5afd-7064-4376-adff-af4cfdf8173d" providerId="ADAL" clId="{B691AB88-3184-499F-872B-2466B7A04132}" dt="2026-07-29T06:56:25.758" v="2331" actId="14100"/>
          <ac:spMkLst>
            <pc:docMk/>
            <pc:sldMk cId="3406021973" sldId="273"/>
            <ac:spMk id="85" creationId="{4A012CD3-89F5-2E51-8AC9-E8CE21024DAB}"/>
          </ac:spMkLst>
        </pc:spChg>
        <pc:spChg chg="add mod">
          <ac:chgData name="Yu Sun" userId="9bfd5afd-7064-4376-adff-af4cfdf8173d" providerId="ADAL" clId="{B691AB88-3184-499F-872B-2466B7A04132}" dt="2026-07-29T06:57:13.803" v="2369" actId="20577"/>
          <ac:spMkLst>
            <pc:docMk/>
            <pc:sldMk cId="3406021973" sldId="273"/>
            <ac:spMk id="86" creationId="{41BE36DD-5113-E87F-AC88-5CE27FE74782}"/>
          </ac:spMkLst>
        </pc:spChg>
        <pc:spChg chg="add mod">
          <ac:chgData name="Yu Sun" userId="9bfd5afd-7064-4376-adff-af4cfdf8173d" providerId="ADAL" clId="{B691AB88-3184-499F-872B-2466B7A04132}" dt="2026-07-29T06:57:10.177" v="2368" actId="1076"/>
          <ac:spMkLst>
            <pc:docMk/>
            <pc:sldMk cId="3406021973" sldId="273"/>
            <ac:spMk id="87" creationId="{100728A2-889D-0209-BB53-B83B0E8C1DEA}"/>
          </ac:spMkLst>
        </pc:spChg>
        <pc:spChg chg="add mod">
          <ac:chgData name="Yu Sun" userId="9bfd5afd-7064-4376-adff-af4cfdf8173d" providerId="ADAL" clId="{B691AB88-3184-499F-872B-2466B7A04132}" dt="2026-07-29T07:02:19.305" v="2466" actId="1038"/>
          <ac:spMkLst>
            <pc:docMk/>
            <pc:sldMk cId="3406021973" sldId="273"/>
            <ac:spMk id="88" creationId="{8472AD94-25A4-DE59-DCAC-F4AA5B86846B}"/>
          </ac:spMkLst>
        </pc:spChg>
        <pc:spChg chg="add mod">
          <ac:chgData name="Yu Sun" userId="9bfd5afd-7064-4376-adff-af4cfdf8173d" providerId="ADAL" clId="{B691AB88-3184-499F-872B-2466B7A04132}" dt="2026-07-29T07:03:32.679" v="2480" actId="1076"/>
          <ac:spMkLst>
            <pc:docMk/>
            <pc:sldMk cId="3406021973" sldId="273"/>
            <ac:spMk id="101" creationId="{6E98FF75-D1FB-A602-2B0D-425B6ED98D59}"/>
          </ac:spMkLst>
        </pc:spChg>
        <pc:spChg chg="add mod">
          <ac:chgData name="Yu Sun" userId="9bfd5afd-7064-4376-adff-af4cfdf8173d" providerId="ADAL" clId="{B691AB88-3184-499F-872B-2466B7A04132}" dt="2026-07-29T07:03:19.065" v="2479" actId="1076"/>
          <ac:spMkLst>
            <pc:docMk/>
            <pc:sldMk cId="3406021973" sldId="273"/>
            <ac:spMk id="102" creationId="{322F82EC-7216-E8C8-CFC5-DBC6C830103E}"/>
          </ac:spMkLst>
        </pc:spChg>
        <pc:spChg chg="add mod">
          <ac:chgData name="Yu Sun" userId="9bfd5afd-7064-4376-adff-af4cfdf8173d" providerId="ADAL" clId="{B691AB88-3184-499F-872B-2466B7A04132}" dt="2026-07-29T07:03:00.398" v="2477" actId="20577"/>
          <ac:spMkLst>
            <pc:docMk/>
            <pc:sldMk cId="3406021973" sldId="273"/>
            <ac:spMk id="103" creationId="{A83D36BF-AAAE-68CD-8D1E-E7815B143D04}"/>
          </ac:spMkLst>
        </pc:spChg>
        <pc:spChg chg="add mod">
          <ac:chgData name="Yu Sun" userId="9bfd5afd-7064-4376-adff-af4cfdf8173d" providerId="ADAL" clId="{B691AB88-3184-499F-872B-2466B7A04132}" dt="2026-07-29T07:04:51.352" v="2527" actId="1076"/>
          <ac:spMkLst>
            <pc:docMk/>
            <pc:sldMk cId="3406021973" sldId="273"/>
            <ac:spMk id="105" creationId="{2F5C7950-0242-3DDF-5140-EF649583D0E5}"/>
          </ac:spMkLst>
        </pc:spChg>
        <pc:spChg chg="add mod">
          <ac:chgData name="Yu Sun" userId="9bfd5afd-7064-4376-adff-af4cfdf8173d" providerId="ADAL" clId="{B691AB88-3184-499F-872B-2466B7A04132}" dt="2026-07-29T07:06:18.341" v="2543" actId="404"/>
          <ac:spMkLst>
            <pc:docMk/>
            <pc:sldMk cId="3406021973" sldId="273"/>
            <ac:spMk id="108" creationId="{3030819A-6294-3F69-3720-2E3EF8A46E14}"/>
          </ac:spMkLst>
        </pc:spChg>
        <pc:spChg chg="add mod">
          <ac:chgData name="Yu Sun" userId="9bfd5afd-7064-4376-adff-af4cfdf8173d" providerId="ADAL" clId="{B691AB88-3184-499F-872B-2466B7A04132}" dt="2026-07-29T07:06:25.183" v="2545" actId="1076"/>
          <ac:spMkLst>
            <pc:docMk/>
            <pc:sldMk cId="3406021973" sldId="273"/>
            <ac:spMk id="109" creationId="{BAF70D3B-7498-CEA1-50DB-A5AD15B5DF4E}"/>
          </ac:spMkLst>
        </pc:spChg>
        <pc:grpChg chg="add mod">
          <ac:chgData name="Yu Sun" userId="9bfd5afd-7064-4376-adff-af4cfdf8173d" providerId="ADAL" clId="{B691AB88-3184-499F-872B-2466B7A04132}" dt="2026-07-29T06:41:53.574" v="2093" actId="1038"/>
          <ac:grpSpMkLst>
            <pc:docMk/>
            <pc:sldMk cId="3406021973" sldId="273"/>
            <ac:grpSpMk id="14" creationId="{38346A8B-6CD8-AE7B-3E69-6B097A654D58}"/>
          </ac:grpSpMkLst>
        </pc:grpChg>
        <pc:grpChg chg="add mod">
          <ac:chgData name="Yu Sun" userId="9bfd5afd-7064-4376-adff-af4cfdf8173d" providerId="ADAL" clId="{B691AB88-3184-499F-872B-2466B7A04132}" dt="2026-07-29T07:02:06.028" v="2436" actId="1076"/>
          <ac:grpSpMkLst>
            <pc:docMk/>
            <pc:sldMk cId="3406021973" sldId="273"/>
            <ac:grpSpMk id="24" creationId="{2A5133DF-68D9-EFAC-3180-75DA7364408C}"/>
          </ac:grpSpMkLst>
        </pc:grpChg>
        <pc:grpChg chg="add mod">
          <ac:chgData name="Yu Sun" userId="9bfd5afd-7064-4376-adff-af4cfdf8173d" providerId="ADAL" clId="{B691AB88-3184-499F-872B-2466B7A04132}" dt="2026-07-29T06:54:00.917" v="2278"/>
          <ac:grpSpMkLst>
            <pc:docMk/>
            <pc:sldMk cId="3406021973" sldId="273"/>
            <ac:grpSpMk id="25" creationId="{739B8EB0-C38F-13D6-F92C-B39851D957F9}"/>
          </ac:grpSpMkLst>
        </pc:grpChg>
        <pc:grpChg chg="add mod">
          <ac:chgData name="Yu Sun" userId="9bfd5afd-7064-4376-adff-af4cfdf8173d" providerId="ADAL" clId="{B691AB88-3184-499F-872B-2466B7A04132}" dt="2026-07-29T06:49:50.863" v="2233" actId="164"/>
          <ac:grpSpMkLst>
            <pc:docMk/>
            <pc:sldMk cId="3406021973" sldId="273"/>
            <ac:grpSpMk id="54" creationId="{28724F8C-6D20-7574-9D27-D8EE4820D726}"/>
          </ac:grpSpMkLst>
        </pc:grpChg>
        <pc:grpChg chg="add mod">
          <ac:chgData name="Yu Sun" userId="9bfd5afd-7064-4376-adff-af4cfdf8173d" providerId="ADAL" clId="{B691AB88-3184-499F-872B-2466B7A04132}" dt="2026-07-29T06:51:14.168" v="2247" actId="1076"/>
          <ac:grpSpMkLst>
            <pc:docMk/>
            <pc:sldMk cId="3406021973" sldId="273"/>
            <ac:grpSpMk id="59" creationId="{981D7953-95A9-4F1F-B021-AADE0B9CB88F}"/>
          </ac:grpSpMkLst>
        </pc:grpChg>
        <pc:grpChg chg="add mod">
          <ac:chgData name="Yu Sun" userId="9bfd5afd-7064-4376-adff-af4cfdf8173d" providerId="ADAL" clId="{B691AB88-3184-499F-872B-2466B7A04132}" dt="2026-07-29T06:51:50.094" v="2252" actId="1076"/>
          <ac:grpSpMkLst>
            <pc:docMk/>
            <pc:sldMk cId="3406021973" sldId="273"/>
            <ac:grpSpMk id="70" creationId="{EE7D8EE6-9855-CAD9-EF98-9F70C3FC8349}"/>
          </ac:grpSpMkLst>
        </pc:grpChg>
        <pc:grpChg chg="add mod">
          <ac:chgData name="Yu Sun" userId="9bfd5afd-7064-4376-adff-af4cfdf8173d" providerId="ADAL" clId="{B691AB88-3184-499F-872B-2466B7A04132}" dt="2026-07-29T06:53:13.447" v="2273" actId="1076"/>
          <ac:grpSpMkLst>
            <pc:docMk/>
            <pc:sldMk cId="3406021973" sldId="273"/>
            <ac:grpSpMk id="80" creationId="{83671BC7-ED42-8DAA-6BF1-56658F57F3B3}"/>
          </ac:grpSpMkLst>
        </pc:grpChg>
        <pc:picChg chg="add del mod modCrop">
          <ac:chgData name="Yu Sun" userId="9bfd5afd-7064-4376-adff-af4cfdf8173d" providerId="ADAL" clId="{B691AB88-3184-499F-872B-2466B7A04132}" dt="2026-07-29T06:34:35.875" v="1897" actId="478"/>
          <ac:picMkLst>
            <pc:docMk/>
            <pc:sldMk cId="3406021973" sldId="273"/>
            <ac:picMk id="4" creationId="{43108C22-8E0A-EC60-84AE-B31105B1FFB6}"/>
          </ac:picMkLst>
        </pc:picChg>
        <pc:picChg chg="add del mod">
          <ac:chgData name="Yu Sun" userId="9bfd5afd-7064-4376-adff-af4cfdf8173d" providerId="ADAL" clId="{B691AB88-3184-499F-872B-2466B7A04132}" dt="2026-07-29T06:34:58.655" v="1901" actId="478"/>
          <ac:picMkLst>
            <pc:docMk/>
            <pc:sldMk cId="3406021973" sldId="273"/>
            <ac:picMk id="5" creationId="{157ED6C9-8067-3168-841E-A5184912A371}"/>
          </ac:picMkLst>
        </pc:picChg>
        <pc:picChg chg="add mod modCrop">
          <ac:chgData name="Yu Sun" userId="9bfd5afd-7064-4376-adff-af4cfdf8173d" providerId="ADAL" clId="{B691AB88-3184-499F-872B-2466B7A04132}" dt="2026-07-29T06:39:03.338" v="2028" actId="1076"/>
          <ac:picMkLst>
            <pc:docMk/>
            <pc:sldMk cId="3406021973" sldId="273"/>
            <ac:picMk id="6" creationId="{AA188E28-D2AA-BFD9-A4B9-B5A37EF74E73}"/>
          </ac:picMkLst>
        </pc:picChg>
        <pc:picChg chg="add mod modCrop">
          <ac:chgData name="Yu Sun" userId="9bfd5afd-7064-4376-adff-af4cfdf8173d" providerId="ADAL" clId="{B691AB88-3184-499F-872B-2466B7A04132}" dt="2026-07-29T06:45:21.340" v="2141" actId="732"/>
          <ac:picMkLst>
            <pc:docMk/>
            <pc:sldMk cId="3406021973" sldId="273"/>
            <ac:picMk id="8" creationId="{6FC9179D-D78E-2111-942A-AC7202B462C1}"/>
          </ac:picMkLst>
        </pc:picChg>
        <pc:picChg chg="add mod">
          <ac:chgData name="Yu Sun" userId="9bfd5afd-7064-4376-adff-af4cfdf8173d" providerId="ADAL" clId="{B691AB88-3184-499F-872B-2466B7A04132}" dt="2026-07-29T06:39:46.225" v="2035" actId="164"/>
          <ac:picMkLst>
            <pc:docMk/>
            <pc:sldMk cId="3406021973" sldId="273"/>
            <ac:picMk id="12" creationId="{EF72F050-B2BB-AB09-D756-CCEC2DFFAA40}"/>
          </ac:picMkLst>
        </pc:picChg>
        <pc:picChg chg="add mod modCrop">
          <ac:chgData name="Yu Sun" userId="9bfd5afd-7064-4376-adff-af4cfdf8173d" providerId="ADAL" clId="{B691AB88-3184-499F-872B-2466B7A04132}" dt="2026-07-29T06:45:10.265" v="2140" actId="164"/>
          <ac:picMkLst>
            <pc:docMk/>
            <pc:sldMk cId="3406021973" sldId="273"/>
            <ac:picMk id="21" creationId="{2154847A-4263-4903-9CE7-6BF8739AEBB6}"/>
          </ac:picMkLst>
        </pc:picChg>
        <pc:picChg chg="mod">
          <ac:chgData name="Yu Sun" userId="9bfd5afd-7064-4376-adff-af4cfdf8173d" providerId="ADAL" clId="{B691AB88-3184-499F-872B-2466B7A04132}" dt="2026-07-29T06:45:23.849" v="2142"/>
          <ac:picMkLst>
            <pc:docMk/>
            <pc:sldMk cId="3406021973" sldId="273"/>
            <ac:picMk id="26" creationId="{55DB8356-54B0-D61A-8AD3-7B6B096EEA6D}"/>
          </ac:picMkLst>
        </pc:picChg>
        <pc:picChg chg="add mod">
          <ac:chgData name="Yu Sun" userId="9bfd5afd-7064-4376-adff-af4cfdf8173d" providerId="ADAL" clId="{B691AB88-3184-499F-872B-2466B7A04132}" dt="2026-07-29T06:49:51.689" v="2234" actId="1076"/>
          <ac:picMkLst>
            <pc:docMk/>
            <pc:sldMk cId="3406021973" sldId="273"/>
            <ac:picMk id="47" creationId="{3AFA6349-42E0-DED7-7480-F43A6343AC45}"/>
          </ac:picMkLst>
        </pc:picChg>
        <pc:picChg chg="add mod">
          <ac:chgData name="Yu Sun" userId="9bfd5afd-7064-4376-adff-af4cfdf8173d" providerId="ADAL" clId="{B691AB88-3184-499F-872B-2466B7A04132}" dt="2026-07-29T06:49:50.863" v="2233" actId="164"/>
          <ac:picMkLst>
            <pc:docMk/>
            <pc:sldMk cId="3406021973" sldId="273"/>
            <ac:picMk id="50" creationId="{E24BE837-9BB5-43D3-2BE3-9B7068F555D8}"/>
          </ac:picMkLst>
        </pc:picChg>
        <pc:picChg chg="add mod">
          <ac:chgData name="Yu Sun" userId="9bfd5afd-7064-4376-adff-af4cfdf8173d" providerId="ADAL" clId="{B691AB88-3184-499F-872B-2466B7A04132}" dt="2026-07-29T06:49:50.863" v="2233" actId="164"/>
          <ac:picMkLst>
            <pc:docMk/>
            <pc:sldMk cId="3406021973" sldId="273"/>
            <ac:picMk id="51" creationId="{1A3CF85F-D574-7C97-CC31-1D4AB099EE09}"/>
          </ac:picMkLst>
        </pc:picChg>
        <pc:picChg chg="add mod">
          <ac:chgData name="Yu Sun" userId="9bfd5afd-7064-4376-adff-af4cfdf8173d" providerId="ADAL" clId="{B691AB88-3184-499F-872B-2466B7A04132}" dt="2026-07-29T06:49:56.867" v="2237" actId="164"/>
          <ac:picMkLst>
            <pc:docMk/>
            <pc:sldMk cId="3406021973" sldId="273"/>
            <ac:picMk id="55" creationId="{C7D45B39-D990-CFB1-99C2-D06AB63BA490}"/>
          </ac:picMkLst>
        </pc:picChg>
        <pc:picChg chg="add mod">
          <ac:chgData name="Yu Sun" userId="9bfd5afd-7064-4376-adff-af4cfdf8173d" providerId="ADAL" clId="{B691AB88-3184-499F-872B-2466B7A04132}" dt="2026-07-29T06:49:56.867" v="2237" actId="164"/>
          <ac:picMkLst>
            <pc:docMk/>
            <pc:sldMk cId="3406021973" sldId="273"/>
            <ac:picMk id="56" creationId="{D27AAD2E-1D26-073D-BC32-6F9E488156D9}"/>
          </ac:picMkLst>
        </pc:picChg>
        <pc:picChg chg="add mod">
          <ac:chgData name="Yu Sun" userId="9bfd5afd-7064-4376-adff-af4cfdf8173d" providerId="ADAL" clId="{B691AB88-3184-499F-872B-2466B7A04132}" dt="2026-07-29T06:50:31.693" v="2242"/>
          <ac:picMkLst>
            <pc:docMk/>
            <pc:sldMk cId="3406021973" sldId="273"/>
            <ac:picMk id="60" creationId="{5007F6DB-1950-E0AC-E2A0-5F9BB09F9ED3}"/>
          </ac:picMkLst>
        </pc:picChg>
        <pc:picChg chg="add mod">
          <ac:chgData name="Yu Sun" userId="9bfd5afd-7064-4376-adff-af4cfdf8173d" providerId="ADAL" clId="{B691AB88-3184-499F-872B-2466B7A04132}" dt="2026-07-29T06:50:31.693" v="2242"/>
          <ac:picMkLst>
            <pc:docMk/>
            <pc:sldMk cId="3406021973" sldId="273"/>
            <ac:picMk id="62" creationId="{5C50857E-FD7C-F0C8-421B-B6CC0DB18D01}"/>
          </ac:picMkLst>
        </pc:picChg>
        <pc:picChg chg="add mod">
          <ac:chgData name="Yu Sun" userId="9bfd5afd-7064-4376-adff-af4cfdf8173d" providerId="ADAL" clId="{B691AB88-3184-499F-872B-2466B7A04132}" dt="2026-07-29T06:50:57.442" v="2244" actId="164"/>
          <ac:picMkLst>
            <pc:docMk/>
            <pc:sldMk cId="3406021973" sldId="273"/>
            <ac:picMk id="66" creationId="{57BD9586-0E23-4D89-F2FF-429732E32443}"/>
          </ac:picMkLst>
        </pc:picChg>
        <pc:picChg chg="add mod">
          <ac:chgData name="Yu Sun" userId="9bfd5afd-7064-4376-adff-af4cfdf8173d" providerId="ADAL" clId="{B691AB88-3184-499F-872B-2466B7A04132}" dt="2026-07-29T06:55:17.018" v="2309" actId="1035"/>
          <ac:picMkLst>
            <pc:docMk/>
            <pc:sldMk cId="3406021973" sldId="273"/>
            <ac:picMk id="76" creationId="{6BEDED48-5564-31F9-87B6-8CA2DEE49913}"/>
          </ac:picMkLst>
        </pc:picChg>
        <pc:picChg chg="add mod">
          <ac:chgData name="Yu Sun" userId="9bfd5afd-7064-4376-adff-af4cfdf8173d" providerId="ADAL" clId="{B691AB88-3184-499F-872B-2466B7A04132}" dt="2026-07-29T06:52:23.467" v="2262" actId="164"/>
          <ac:picMkLst>
            <pc:docMk/>
            <pc:sldMk cId="3406021973" sldId="273"/>
            <ac:picMk id="78" creationId="{209C3544-6525-768C-79E3-42188B1A6504}"/>
          </ac:picMkLst>
        </pc:picChg>
        <pc:picChg chg="add del mod">
          <ac:chgData name="Yu Sun" userId="9bfd5afd-7064-4376-adff-af4cfdf8173d" providerId="ADAL" clId="{B691AB88-3184-499F-872B-2466B7A04132}" dt="2026-07-29T06:58:24.863" v="2390" actId="478"/>
          <ac:picMkLst>
            <pc:docMk/>
            <pc:sldMk cId="3406021973" sldId="273"/>
            <ac:picMk id="81" creationId="{A8323B1D-84F8-DD7B-0E41-BE30B38805F1}"/>
          </ac:picMkLst>
        </pc:picChg>
        <pc:picChg chg="add del mod modCrop">
          <ac:chgData name="Yu Sun" userId="9bfd5afd-7064-4376-adff-af4cfdf8173d" providerId="ADAL" clId="{B691AB88-3184-499F-872B-2466B7A04132}" dt="2026-07-29T06:59:57.197" v="2416" actId="478"/>
          <ac:picMkLst>
            <pc:docMk/>
            <pc:sldMk cId="3406021973" sldId="273"/>
            <ac:picMk id="90" creationId="{BB96D6DE-FB37-773E-D614-4A00C02DDDA9}"/>
          </ac:picMkLst>
        </pc:picChg>
        <pc:picChg chg="add mod">
          <ac:chgData name="Yu Sun" userId="9bfd5afd-7064-4376-adff-af4cfdf8173d" providerId="ADAL" clId="{B691AB88-3184-499F-872B-2466B7A04132}" dt="2026-07-29T07:00:05.289" v="2419" actId="1076"/>
          <ac:picMkLst>
            <pc:docMk/>
            <pc:sldMk cId="3406021973" sldId="273"/>
            <ac:picMk id="92" creationId="{E712BD3E-EE36-9DE5-12EF-FC2C6E7DD6D5}"/>
          </ac:picMkLst>
        </pc:picChg>
        <pc:picChg chg="add del mod">
          <ac:chgData name="Yu Sun" userId="9bfd5afd-7064-4376-adff-af4cfdf8173d" providerId="ADAL" clId="{B691AB88-3184-499F-872B-2466B7A04132}" dt="2026-07-29T07:02:52.655" v="2470" actId="478"/>
          <ac:picMkLst>
            <pc:docMk/>
            <pc:sldMk cId="3406021973" sldId="273"/>
            <ac:picMk id="104" creationId="{8809A6A2-464B-A41D-8E95-18C023029E1F}"/>
          </ac:picMkLst>
        </pc:picChg>
        <pc:picChg chg="add del mod">
          <ac:chgData name="Yu Sun" userId="9bfd5afd-7064-4376-adff-af4cfdf8173d" providerId="ADAL" clId="{B691AB88-3184-499F-872B-2466B7A04132}" dt="2026-07-29T07:05:41.620" v="2531" actId="478"/>
          <ac:picMkLst>
            <pc:docMk/>
            <pc:sldMk cId="3406021973" sldId="273"/>
            <ac:picMk id="106" creationId="{8331A98B-27EB-B198-BEF4-4CDEDD60CD54}"/>
          </ac:picMkLst>
        </pc:picChg>
        <pc:picChg chg="add mod">
          <ac:chgData name="Yu Sun" userId="9bfd5afd-7064-4376-adff-af4cfdf8173d" providerId="ADAL" clId="{B691AB88-3184-499F-872B-2466B7A04132}" dt="2026-07-30T01:58:32.523" v="2549" actId="1076"/>
          <ac:picMkLst>
            <pc:docMk/>
            <pc:sldMk cId="3406021973" sldId="273"/>
            <ac:picMk id="110" creationId="{6CA2A91A-74F4-EE10-BA04-85B92E179943}"/>
          </ac:picMkLst>
        </pc:picChg>
        <pc:cxnChg chg="add">
          <ac:chgData name="Yu Sun" userId="9bfd5afd-7064-4376-adff-af4cfdf8173d" providerId="ADAL" clId="{B691AB88-3184-499F-872B-2466B7A04132}" dt="2026-07-29T06:40:57.571" v="2058" actId="11529"/>
          <ac:cxnSpMkLst>
            <pc:docMk/>
            <pc:sldMk cId="3406021973" sldId="273"/>
            <ac:cxnSpMk id="17" creationId="{CE4E0416-D82E-5F31-7EF9-C950292D6F7A}"/>
          </ac:cxnSpMkLst>
        </pc:cxnChg>
        <pc:cxnChg chg="add del mod">
          <ac:chgData name="Yu Sun" userId="9bfd5afd-7064-4376-adff-af4cfdf8173d" providerId="ADAL" clId="{B691AB88-3184-499F-872B-2466B7A04132}" dt="2026-07-29T06:46:39.931" v="2158" actId="478"/>
          <ac:cxnSpMkLst>
            <pc:docMk/>
            <pc:sldMk cId="3406021973" sldId="273"/>
            <ac:cxnSpMk id="30" creationId="{1681FB85-E7B8-0DE7-49D3-E232C569BD70}"/>
          </ac:cxnSpMkLst>
        </pc:cxnChg>
        <pc:cxnChg chg="add mod">
          <ac:chgData name="Yu Sun" userId="9bfd5afd-7064-4376-adff-af4cfdf8173d" providerId="ADAL" clId="{B691AB88-3184-499F-872B-2466B7A04132}" dt="2026-07-29T07:01:45.431" v="2430" actId="14100"/>
          <ac:cxnSpMkLst>
            <pc:docMk/>
            <pc:sldMk cId="3406021973" sldId="273"/>
            <ac:cxnSpMk id="40" creationId="{5FEDDC67-843D-4439-9D07-8D320CE8AA5A}"/>
          </ac:cxnSpMkLst>
        </pc:cxnChg>
        <pc:cxnChg chg="add mod">
          <ac:chgData name="Yu Sun" userId="9bfd5afd-7064-4376-adff-af4cfdf8173d" providerId="ADAL" clId="{B691AB88-3184-499F-872B-2466B7A04132}" dt="2026-07-29T07:01:55.397" v="2433" actId="14100"/>
          <ac:cxnSpMkLst>
            <pc:docMk/>
            <pc:sldMk cId="3406021973" sldId="273"/>
            <ac:cxnSpMk id="42" creationId="{969FD08B-05F0-9208-6B75-085DAF0D9949}"/>
          </ac:cxnSpMkLst>
        </pc:cxnChg>
        <pc:cxnChg chg="add mod">
          <ac:chgData name="Yu Sun" userId="9bfd5afd-7064-4376-adff-af4cfdf8173d" providerId="ADAL" clId="{B691AB88-3184-499F-872B-2466B7A04132}" dt="2026-07-29T07:00:42.151" v="2425" actId="1076"/>
          <ac:cxnSpMkLst>
            <pc:docMk/>
            <pc:sldMk cId="3406021973" sldId="273"/>
            <ac:cxnSpMk id="93" creationId="{847822C6-1437-60D2-5F7B-DDCE4678FD2C}"/>
          </ac:cxnSpMkLst>
        </pc:cxnChg>
        <pc:cxnChg chg="add mod">
          <ac:chgData name="Yu Sun" userId="9bfd5afd-7064-4376-adff-af4cfdf8173d" providerId="ADAL" clId="{B691AB88-3184-499F-872B-2466B7A04132}" dt="2026-07-29T07:02:24.244" v="2467" actId="1076"/>
          <ac:cxnSpMkLst>
            <pc:docMk/>
            <pc:sldMk cId="3406021973" sldId="273"/>
            <ac:cxnSpMk id="96" creationId="{7FB1804C-B927-5E71-8E99-952A60BBC67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3E76B-1623-471E-8CFD-6CBBFE826735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69161-1EEB-41BD-82F6-713B082C4B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5194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69161-1EEB-41BD-82F6-713B082C4BB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30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27F22-BB8A-7CCE-44D7-AAA0CED61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95C54-3183-2B88-DEDC-A7843C432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DDD1E-431D-FC19-E3AF-539B36D63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47B0-184B-501A-CD2E-C23031E83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69161-1EEB-41BD-82F6-713B082C4BB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5093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C1D2-AEDD-B10D-57A9-8CA03B25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812B7-259B-C048-CEC7-F82A6CDC8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23CBE-E505-5BF3-633B-600218334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129DB-C48B-8614-08E4-DA968B04B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69161-1EEB-41BD-82F6-713B082C4BB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7470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6E80-FC1E-59B6-8618-96CBA985D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186CE-9AD5-FE2F-E231-FE951C061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4408F-0D2F-C517-3A68-3CED7ACC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6089B-9850-5681-FB84-6CB5434F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6C97C-C734-AC5A-A65F-1FCEA419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134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1DAF-ADAB-EB5F-D21E-38136B82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4D800-67C0-9743-03F4-055014D5F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7297E-9E72-DCD0-011B-1C7BFC8E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0CF3B-0177-4D68-E17B-A469D655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D7317-C2D0-F2FD-0DEF-758C1B35B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222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7D77-AEED-4922-A205-9C0DB1E2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5E0A9-797B-C44A-E980-628176689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32AF-DC85-AB7E-E1F0-578A6DE0D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ABA19-C04B-25C4-6BC9-36943262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F89FD-79CC-B760-56E2-DE0F111C1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04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D418F-6202-7787-5629-B5F41459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298F7-AA9B-815F-29C7-9301BE64D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E0771-F7EA-9643-E799-3ECAB92D4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C2691-8530-B45C-BF6D-EE1A230E8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158D2-A6F6-560A-1E96-E7ECCF8A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4CC55-F28C-D3E7-893C-71D36BBA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73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4C65-9545-EC73-DDAC-844DEB4D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5D387-D21D-0C2A-5157-B2D6C085B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5A144-2CE2-A172-2673-5E8C44F0D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08AB7-7407-6AFE-C046-37A56631C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A1417-7C85-5810-AB6D-B94C813B06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1B563E-08EB-C166-BC40-FC822890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F3CAF7-E829-9B7A-7BE2-E0F9F698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F2AB4-5BF9-A5E6-AA68-AA7D7213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169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88C7-DBBB-608A-31E6-07F8192B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CD6B9-5497-253A-086E-2793B552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EBDC9-DA0D-8CEB-0250-AD778AE68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CB44A-A8C0-ACDB-7C08-C30B64E9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714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DDE5A-C18F-6DA8-C0A0-A5B9E4D13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E5A0DD-25EB-8625-C567-5F2EF94B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71F53-0383-FF28-14D4-7227ACF9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919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08F2-ED0A-B16F-831F-D5F9E468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F8A1A-76A9-DCBE-904C-B90E735F0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8C653-126A-8556-FADB-90D174D71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922C1-B641-28BC-1781-A301EF73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29F3B-AC3B-1261-775C-E913514A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43015-5F7D-0466-1CF6-C7EA1F31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05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83B4C-A4E1-AA98-C7B1-F765B8FB8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DC0F84-3E05-61AC-0BC7-D2A3B35DA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D7084-438D-6B15-7566-5834C32D6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2EB66-6DFE-F49E-6341-89F2F470C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76498-0CA4-8FAF-B92B-C7FDA6AF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9EAA2-C545-7B85-A038-8F06B833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03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D13F-EE6A-A9E3-F954-CCE9B77D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4BA7F-19F2-A079-D89A-C9F04EF07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1770E-D931-EF63-6F5C-AA111F37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E3B9F-7F9B-B3EF-5EB0-FB467A47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9A7C6-8332-EDEB-91C0-DD264FAC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750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112A0A-702B-59A5-7F86-521CC56D57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9D0C2-F1CF-91D1-0995-1A8BC2DFC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1565C-293C-6984-F0B7-88FEC1B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10CA4-513C-6C4A-4640-C280D2A1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D99DA-A099-1A25-DB3F-A269472B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5379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E54E1-4092-0449-E701-BE143DC40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D16DF-7670-4AE7-7C31-AE9FDAEEA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A05C1-32FA-0BD3-3F10-7F6216C60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1C212-0E5D-4A37-B571-0B638CC4E824}" type="datetimeFigureOut">
              <a:rPr lang="en-AU" smtClean="0"/>
              <a:t>28/07/2026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A7A1D-D30C-1B94-EF2C-506DBC83A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22D6E-67D8-1CBF-BF68-A9BB745B3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BBBD49-BE47-469D-81AF-577BFBCB80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4874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5.png"/><Relationship Id="rId7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3.png"/><Relationship Id="rId5" Type="http://schemas.openxmlformats.org/officeDocument/2006/relationships/image" Target="../media/image41.png"/><Relationship Id="rId10" Type="http://schemas.openxmlformats.org/officeDocument/2006/relationships/image" Target="../media/image52.png"/><Relationship Id="rId4" Type="http://schemas.openxmlformats.org/officeDocument/2006/relationships/image" Target="../media/image40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microsoft.com/office/2007/relationships/hdphoto" Target="../media/hdphoto1.wdp"/><Relationship Id="rId4" Type="http://schemas.openxmlformats.org/officeDocument/2006/relationships/image" Target="../media/image57.png"/><Relationship Id="rId9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73D019-D72F-29DC-D254-9551DAA9F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0" r="18929"/>
          <a:stretch>
            <a:fillRect/>
          </a:stretch>
        </p:blipFill>
        <p:spPr>
          <a:xfrm>
            <a:off x="437810" y="486070"/>
            <a:ext cx="2849002" cy="2528889"/>
          </a:xfrm>
          <a:prstGeom prst="rect">
            <a:avLst/>
          </a:prstGeom>
        </p:spPr>
      </p:pic>
      <p:pic>
        <p:nvPicPr>
          <p:cNvPr id="7" name="Picture 6" descr="An x-ray of a baby&#10;&#10;AI-generated content may be incorrect.">
            <a:extLst>
              <a:ext uri="{FF2B5EF4-FFF2-40B4-BE49-F238E27FC236}">
                <a16:creationId xmlns:a16="http://schemas.microsoft.com/office/drawing/2014/main" id="{C00DB459-843E-A4AC-ABEE-9D2E80E02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0" r="18929"/>
          <a:stretch>
            <a:fillRect/>
          </a:stretch>
        </p:blipFill>
        <p:spPr>
          <a:xfrm>
            <a:off x="6135814" y="486070"/>
            <a:ext cx="2849002" cy="2528889"/>
          </a:xfrm>
          <a:prstGeom prst="rect">
            <a:avLst/>
          </a:prstGeom>
        </p:spPr>
      </p:pic>
      <p:pic>
        <p:nvPicPr>
          <p:cNvPr id="9" name="Picture 8" descr="A close-up of a ct scan&#10;&#10;AI-generated content may be incorrect.">
            <a:extLst>
              <a:ext uri="{FF2B5EF4-FFF2-40B4-BE49-F238E27FC236}">
                <a16:creationId xmlns:a16="http://schemas.microsoft.com/office/drawing/2014/main" id="{FB9810CC-B5B8-527C-E12F-6ADAEDC70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0" r="18929"/>
          <a:stretch>
            <a:fillRect/>
          </a:stretch>
        </p:blipFill>
        <p:spPr>
          <a:xfrm>
            <a:off x="3286812" y="486070"/>
            <a:ext cx="2849002" cy="2528889"/>
          </a:xfrm>
          <a:prstGeom prst="rect">
            <a:avLst/>
          </a:prstGeom>
        </p:spPr>
      </p:pic>
      <p:pic>
        <p:nvPicPr>
          <p:cNvPr id="13" name="Picture 12" descr="A blue and red image of a human eye&#10;&#10;AI-generated content may be incorrect.">
            <a:extLst>
              <a:ext uri="{FF2B5EF4-FFF2-40B4-BE49-F238E27FC236}">
                <a16:creationId xmlns:a16="http://schemas.microsoft.com/office/drawing/2014/main" id="{6924ADDB-5D09-8A6A-8C24-C0151A4C3C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9" r="18929"/>
          <a:stretch>
            <a:fillRect/>
          </a:stretch>
        </p:blipFill>
        <p:spPr>
          <a:xfrm>
            <a:off x="8984816" y="486070"/>
            <a:ext cx="2849002" cy="25288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24B2E95-636E-C371-F7A4-0B3EC8F273A5}"/>
              </a:ext>
            </a:extLst>
          </p:cNvPr>
          <p:cNvSpPr txBox="1"/>
          <p:nvPr/>
        </p:nvSpPr>
        <p:spPr>
          <a:xfrm>
            <a:off x="437810" y="486070"/>
            <a:ext cx="2577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bg1"/>
                </a:solidFill>
                <a:latin typeface="Arial Narrow" panose="020B0606020202030204" pitchFamily="34" charset="0"/>
              </a:rPr>
              <a:t>(A) </a:t>
            </a:r>
            <a:r>
              <a:rPr lang="en-AU" sz="1600" b="1" dirty="0">
                <a:solidFill>
                  <a:schemeClr val="bg1"/>
                </a:solidFill>
                <a:latin typeface="Arial Narrow" panose="020B0606020202030204" pitchFamily="34" charset="0"/>
              </a:rPr>
              <a:t>Query CT and landmark</a:t>
            </a:r>
            <a:endParaRPr lang="en-AU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E805BD-48AF-C371-4AC1-6A91FD9DCD61}"/>
              </a:ext>
            </a:extLst>
          </p:cNvPr>
          <p:cNvSpPr txBox="1"/>
          <p:nvPr/>
        </p:nvSpPr>
        <p:spPr>
          <a:xfrm>
            <a:off x="3286812" y="486070"/>
            <a:ext cx="2577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bg1"/>
                </a:solidFill>
                <a:latin typeface="Arial Narrow" panose="020B0606020202030204" pitchFamily="34" charset="0"/>
              </a:rPr>
              <a:t>(B) Query CT </a:t>
            </a:r>
            <a:r>
              <a:rPr lang="en-AU" sz="1600" b="1" dirty="0">
                <a:solidFill>
                  <a:schemeClr val="bg1"/>
                </a:solidFill>
                <a:latin typeface="Arial Narrow" panose="020B0606020202030204" pitchFamily="34" charset="0"/>
              </a:rPr>
              <a:t>zoom-in</a:t>
            </a:r>
            <a:endParaRPr lang="en-AU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51ED6E-15A8-6C4B-72CF-49B59F6048A6}"/>
              </a:ext>
            </a:extLst>
          </p:cNvPr>
          <p:cNvSpPr txBox="1"/>
          <p:nvPr/>
        </p:nvSpPr>
        <p:spPr>
          <a:xfrm>
            <a:off x="6135814" y="486070"/>
            <a:ext cx="2577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bg1"/>
                </a:solidFill>
                <a:latin typeface="Arial Narrow" panose="020B0606020202030204" pitchFamily="34" charset="0"/>
              </a:rPr>
              <a:t>(C) </a:t>
            </a:r>
            <a:r>
              <a:rPr lang="en-AU" sz="1600" b="1" dirty="0">
                <a:solidFill>
                  <a:schemeClr val="bg1"/>
                </a:solidFill>
                <a:latin typeface="Arial Narrow" panose="020B0606020202030204" pitchFamily="34" charset="0"/>
              </a:rPr>
              <a:t>New CT</a:t>
            </a:r>
            <a:endParaRPr lang="en-AU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6D7F61-3508-8390-8CF9-C64A6A7E9BCF}"/>
              </a:ext>
            </a:extLst>
          </p:cNvPr>
          <p:cNvSpPr txBox="1"/>
          <p:nvPr/>
        </p:nvSpPr>
        <p:spPr>
          <a:xfrm>
            <a:off x="8984816" y="486070"/>
            <a:ext cx="25777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bg1"/>
                </a:solidFill>
                <a:latin typeface="Arial Narrow" panose="020B0606020202030204" pitchFamily="34" charset="0"/>
              </a:rPr>
              <a:t>(D) </a:t>
            </a:r>
            <a:r>
              <a:rPr lang="en-AU" sz="1600" b="1" dirty="0">
                <a:solidFill>
                  <a:schemeClr val="bg1"/>
                </a:solidFill>
                <a:latin typeface="Arial Narrow" panose="020B0606020202030204" pitchFamily="34" charset="0"/>
              </a:rPr>
              <a:t>Similarity map and the auto-detected corresponding landmark</a:t>
            </a:r>
            <a:endParaRPr lang="en-AU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24" name="Picture 23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A4CA5B01-FD3A-9378-AFB0-B9EF413CB3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4" r="18484"/>
          <a:stretch>
            <a:fillRect/>
          </a:stretch>
        </p:blipFill>
        <p:spPr>
          <a:xfrm>
            <a:off x="11833818" y="486070"/>
            <a:ext cx="2849002" cy="252888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7F543E0-1F27-A0A3-D60A-362E024178EE}"/>
              </a:ext>
            </a:extLst>
          </p:cNvPr>
          <p:cNvSpPr txBox="1"/>
          <p:nvPr/>
        </p:nvSpPr>
        <p:spPr>
          <a:xfrm>
            <a:off x="11833818" y="486070"/>
            <a:ext cx="2577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bg1"/>
                </a:solidFill>
                <a:latin typeface="Arial Narrow" panose="020B0606020202030204" pitchFamily="34" charset="0"/>
              </a:rPr>
              <a:t>(E) New CT </a:t>
            </a:r>
            <a:r>
              <a:rPr lang="en-AU" sz="1600" b="1" dirty="0">
                <a:solidFill>
                  <a:schemeClr val="bg1"/>
                </a:solidFill>
                <a:latin typeface="Arial Narrow" panose="020B0606020202030204" pitchFamily="34" charset="0"/>
              </a:rPr>
              <a:t>zoom-in</a:t>
            </a:r>
            <a:endParaRPr lang="en-AU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D5DEB9-F3AD-E26A-0D4A-53FE85B418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4775" y="3843042"/>
            <a:ext cx="12192000" cy="218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13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CF0E903C-D43B-3DC5-916D-84297D4A6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12275" y="-1647825"/>
            <a:ext cx="6743700" cy="4219575"/>
          </a:xfrm>
          <a:prstGeom prst="rect">
            <a:avLst/>
          </a:prstGeom>
        </p:spPr>
      </p:pic>
      <p:pic>
        <p:nvPicPr>
          <p:cNvPr id="33" name="Picture 32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F1A8790A-ABCB-F4C6-9BF9-08F3589D2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34412" y="5017293"/>
            <a:ext cx="6743700" cy="4210050"/>
          </a:xfrm>
          <a:prstGeom prst="rect">
            <a:avLst/>
          </a:prstGeom>
        </p:spPr>
      </p:pic>
      <p:pic>
        <p:nvPicPr>
          <p:cNvPr id="35" name="Picture 34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8DB196BE-50C2-DEDB-75A7-D43E65AC9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5213" y="5434928"/>
            <a:ext cx="6743700" cy="4210050"/>
          </a:xfrm>
          <a:prstGeom prst="rect">
            <a:avLst/>
          </a:prstGeom>
        </p:spPr>
      </p:pic>
      <p:pic>
        <p:nvPicPr>
          <p:cNvPr id="37" name="Picture 36" descr="A close-up of a x-ray of a person's body&#10;&#10;AI-generated content may be incorrect.">
            <a:extLst>
              <a:ext uri="{FF2B5EF4-FFF2-40B4-BE49-F238E27FC236}">
                <a16:creationId xmlns:a16="http://schemas.microsoft.com/office/drawing/2014/main" id="{53B63629-0927-16E6-B0D3-D95A85FE14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0" y="-2471737"/>
            <a:ext cx="6743700" cy="4210050"/>
          </a:xfrm>
          <a:prstGeom prst="rect">
            <a:avLst/>
          </a:prstGeom>
        </p:spPr>
      </p:pic>
      <p:pic>
        <p:nvPicPr>
          <p:cNvPr id="39" name="Picture 38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B480FB1D-9180-B8D3-8C6F-DE20809ED4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1550" y="8684958"/>
            <a:ext cx="6743700" cy="4219575"/>
          </a:xfrm>
          <a:prstGeom prst="rect">
            <a:avLst/>
          </a:prstGeom>
        </p:spPr>
      </p:pic>
      <p:pic>
        <p:nvPicPr>
          <p:cNvPr id="41" name="Picture 40" descr="A x-ray of a person's chest&#10;&#10;AI-generated content may be incorrect.">
            <a:extLst>
              <a:ext uri="{FF2B5EF4-FFF2-40B4-BE49-F238E27FC236}">
                <a16:creationId xmlns:a16="http://schemas.microsoft.com/office/drawing/2014/main" id="{ED2C6BE6-54FB-8E5A-91B3-7BF7C8223D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67850" y="2369343"/>
            <a:ext cx="6743700" cy="4210050"/>
          </a:xfrm>
          <a:prstGeom prst="rect">
            <a:avLst/>
          </a:prstGeom>
        </p:spPr>
      </p:pic>
      <p:pic>
        <p:nvPicPr>
          <p:cNvPr id="43" name="Picture 42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C84615AC-8543-7E14-F0C4-436DAE25F8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83675" y="2176463"/>
            <a:ext cx="6743700" cy="4219575"/>
          </a:xfrm>
          <a:prstGeom prst="rect">
            <a:avLst/>
          </a:prstGeom>
        </p:spPr>
      </p:pic>
      <p:pic>
        <p:nvPicPr>
          <p:cNvPr id="45" name="Picture 44" descr="A x-ray of a person's chest&#10;&#10;AI-generated content may be incorrect.">
            <a:extLst>
              <a:ext uri="{FF2B5EF4-FFF2-40B4-BE49-F238E27FC236}">
                <a16:creationId xmlns:a16="http://schemas.microsoft.com/office/drawing/2014/main" id="{2A989009-76EF-3818-4539-FE72B5327B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53325" y="9193927"/>
            <a:ext cx="6743700" cy="4210050"/>
          </a:xfrm>
          <a:prstGeom prst="rect">
            <a:avLst/>
          </a:prstGeom>
        </p:spPr>
      </p:pic>
      <p:pic>
        <p:nvPicPr>
          <p:cNvPr id="47" name="Picture 46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3CA7056B-517C-BAE0-4CAA-B1856743F5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35774"/>
            <a:ext cx="6743700" cy="4210050"/>
          </a:xfrm>
          <a:prstGeom prst="rect">
            <a:avLst/>
          </a:prstGeom>
        </p:spPr>
      </p:pic>
      <p:pic>
        <p:nvPicPr>
          <p:cNvPr id="49" name="Picture 48" descr="A close-up of a x-ray of a dog&#10;&#10;AI-generated content may be incorrect.">
            <a:extLst>
              <a:ext uri="{FF2B5EF4-FFF2-40B4-BE49-F238E27FC236}">
                <a16:creationId xmlns:a16="http://schemas.microsoft.com/office/drawing/2014/main" id="{6EB4C70B-5F89-3A93-69FC-782A69F280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476500"/>
            <a:ext cx="6743700" cy="4210050"/>
          </a:xfrm>
          <a:prstGeom prst="rect">
            <a:avLst/>
          </a:prstGeom>
        </p:spPr>
      </p:pic>
      <p:pic>
        <p:nvPicPr>
          <p:cNvPr id="51" name="Picture 50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0D87FF97-9AE0-CC48-C82F-A553220816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72399" y="4553873"/>
            <a:ext cx="6743700" cy="4219575"/>
          </a:xfrm>
          <a:prstGeom prst="rect">
            <a:avLst/>
          </a:prstGeom>
        </p:spPr>
      </p:pic>
      <p:pic>
        <p:nvPicPr>
          <p:cNvPr id="53" name="Picture 52" descr="A x-ray of a person's chest&#10;&#10;AI-generated content may be incorrect.">
            <a:extLst>
              <a:ext uri="{FF2B5EF4-FFF2-40B4-BE49-F238E27FC236}">
                <a16:creationId xmlns:a16="http://schemas.microsoft.com/office/drawing/2014/main" id="{4E30922E-8BBA-9542-AE55-F49DC2EAA8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63187" y="-2383632"/>
            <a:ext cx="67437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2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213D3E40-418D-2ECF-488F-116515A00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45"/>
          <a:stretch>
            <a:fillRect/>
          </a:stretch>
        </p:blipFill>
        <p:spPr>
          <a:xfrm>
            <a:off x="5124450" y="2819401"/>
            <a:ext cx="6743700" cy="3576639"/>
          </a:xfrm>
          <a:prstGeom prst="rect">
            <a:avLst/>
          </a:prstGeom>
        </p:spPr>
      </p:pic>
      <p:pic>
        <p:nvPicPr>
          <p:cNvPr id="5" name="Picture 4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E221E674-A5B0-B1E4-447F-45C8EB9E72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7" r="22599" b="15045"/>
          <a:stretch>
            <a:fillRect/>
          </a:stretch>
        </p:blipFill>
        <p:spPr>
          <a:xfrm>
            <a:off x="11868150" y="2819400"/>
            <a:ext cx="4171950" cy="3576639"/>
          </a:xfrm>
          <a:prstGeom prst="rect">
            <a:avLst/>
          </a:prstGeom>
        </p:spPr>
      </p:pic>
      <p:pic>
        <p:nvPicPr>
          <p:cNvPr id="6" name="Picture 5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A0EE520B-057C-E4A9-9FAF-63C3132586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37"/>
          <a:stretch>
            <a:fillRect/>
          </a:stretch>
        </p:blipFill>
        <p:spPr>
          <a:xfrm>
            <a:off x="-1619250" y="-757238"/>
            <a:ext cx="6743700" cy="3576639"/>
          </a:xfrm>
          <a:prstGeom prst="rect">
            <a:avLst/>
          </a:prstGeom>
        </p:spPr>
      </p:pic>
      <p:pic>
        <p:nvPicPr>
          <p:cNvPr id="7" name="Picture 6" descr="A x-ray of a person's chest&#10;&#10;AI-generated content may be incorrect.">
            <a:extLst>
              <a:ext uri="{FF2B5EF4-FFF2-40B4-BE49-F238E27FC236}">
                <a16:creationId xmlns:a16="http://schemas.microsoft.com/office/drawing/2014/main" id="{87B13DA6-46C4-389E-2887-01573963E0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85"/>
          <a:stretch>
            <a:fillRect/>
          </a:stretch>
        </p:blipFill>
        <p:spPr>
          <a:xfrm>
            <a:off x="5124450" y="-742950"/>
            <a:ext cx="6743700" cy="3562351"/>
          </a:xfrm>
          <a:prstGeom prst="rect">
            <a:avLst/>
          </a:prstGeom>
        </p:spPr>
      </p:pic>
      <p:pic>
        <p:nvPicPr>
          <p:cNvPr id="8" name="Picture 7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531C69B6-DDFB-5BE1-DFE2-505C04EE07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7" r="22599" b="15045"/>
          <a:stretch>
            <a:fillRect/>
          </a:stretch>
        </p:blipFill>
        <p:spPr>
          <a:xfrm>
            <a:off x="11868150" y="-742950"/>
            <a:ext cx="4171950" cy="3576639"/>
          </a:xfrm>
          <a:prstGeom prst="rect">
            <a:avLst/>
          </a:prstGeom>
        </p:spPr>
      </p:pic>
      <p:pic>
        <p:nvPicPr>
          <p:cNvPr id="9" name="Picture 8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F54E167D-C7A6-D5B1-28BA-EDD7474EDC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24"/>
          <a:stretch>
            <a:fillRect/>
          </a:stretch>
        </p:blipFill>
        <p:spPr>
          <a:xfrm>
            <a:off x="-1619250" y="2819401"/>
            <a:ext cx="6743700" cy="3581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99E7AC-186B-F081-3A78-B709ED6AA914}"/>
              </a:ext>
            </a:extLst>
          </p:cNvPr>
          <p:cNvSpPr txBox="1"/>
          <p:nvPr/>
        </p:nvSpPr>
        <p:spPr>
          <a:xfrm>
            <a:off x="-1462313" y="-554781"/>
            <a:ext cx="169780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bg2">
                    <a:lumMod val="90000"/>
                  </a:schemeClr>
                </a:solidFill>
                <a:latin typeface="Arial Narrow" panose="020B0606020202030204" pitchFamily="34" charset="0"/>
              </a:rPr>
              <a:t>(A)                                                                            (B)                                                                                (C)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719CB-6FDF-6367-F1A0-E4865DE79B21}"/>
              </a:ext>
            </a:extLst>
          </p:cNvPr>
          <p:cNvSpPr txBox="1"/>
          <p:nvPr/>
        </p:nvSpPr>
        <p:spPr>
          <a:xfrm>
            <a:off x="-1462313" y="3036146"/>
            <a:ext cx="169780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bg2">
                    <a:lumMod val="90000"/>
                  </a:schemeClr>
                </a:solidFill>
                <a:latin typeface="Arial Narrow" panose="020B0606020202030204" pitchFamily="34" charset="0"/>
              </a:rPr>
              <a:t>(D)                                                                            (E)                                                                                (F)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C2CB04-1AB3-6AEC-966D-6C23A1C03C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814613" y="2575146"/>
            <a:ext cx="12192000" cy="494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9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10DE-0F97-2E5A-0C70-8ECF0719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lose up of a person wearing a gas mask&#10;&#10;AI-generated content may be incorrect.">
            <a:extLst>
              <a:ext uri="{FF2B5EF4-FFF2-40B4-BE49-F238E27FC236}">
                <a16:creationId xmlns:a16="http://schemas.microsoft.com/office/drawing/2014/main" id="{AE2283E9-597F-A0D0-2EE5-875C9519A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79"/>
          <a:stretch>
            <a:fillRect/>
          </a:stretch>
        </p:blipFill>
        <p:spPr>
          <a:xfrm>
            <a:off x="6437303" y="-1206293"/>
            <a:ext cx="4048125" cy="21256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8CB42D-9F96-E9A2-9691-E350FD417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16"/>
          <a:stretch>
            <a:fillRect/>
          </a:stretch>
        </p:blipFill>
        <p:spPr>
          <a:xfrm>
            <a:off x="2389181" y="2976641"/>
            <a:ext cx="4048125" cy="21199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82EFE26-B7FF-B8B7-A6C1-7E30FC47C1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16"/>
          <a:stretch>
            <a:fillRect/>
          </a:stretch>
        </p:blipFill>
        <p:spPr>
          <a:xfrm>
            <a:off x="6437306" y="2976641"/>
            <a:ext cx="4048125" cy="21199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F96E000-66A6-723F-6CCC-4D3163EFDF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79"/>
          <a:stretch>
            <a:fillRect/>
          </a:stretch>
        </p:blipFill>
        <p:spPr>
          <a:xfrm>
            <a:off x="2389186" y="896063"/>
            <a:ext cx="4048125" cy="212566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E5E8640-2790-FE8C-88F0-9E23204E4C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79"/>
          <a:stretch>
            <a:fillRect/>
          </a:stretch>
        </p:blipFill>
        <p:spPr>
          <a:xfrm>
            <a:off x="6437310" y="896062"/>
            <a:ext cx="4048125" cy="21256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8AE5C80-67D9-0491-9EB3-D96A987B59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16"/>
          <a:stretch>
            <a:fillRect/>
          </a:stretch>
        </p:blipFill>
        <p:spPr>
          <a:xfrm>
            <a:off x="2389181" y="5092325"/>
            <a:ext cx="4048125" cy="211994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FAE54B6-72C5-86FD-7916-94EF63D8C4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16"/>
          <a:stretch>
            <a:fillRect/>
          </a:stretch>
        </p:blipFill>
        <p:spPr>
          <a:xfrm>
            <a:off x="6437307" y="5092325"/>
            <a:ext cx="4048125" cy="2119945"/>
          </a:xfrm>
          <a:prstGeom prst="rect">
            <a:avLst/>
          </a:prstGeom>
        </p:spPr>
      </p:pic>
      <p:pic>
        <p:nvPicPr>
          <p:cNvPr id="34" name="Picture 33" descr="A x-ray of a chest&#10;&#10;AI-generated content may be incorrect.">
            <a:extLst>
              <a:ext uri="{FF2B5EF4-FFF2-40B4-BE49-F238E27FC236}">
                <a16:creationId xmlns:a16="http://schemas.microsoft.com/office/drawing/2014/main" id="{A66C5250-9B7D-46A2-A50D-25FA44955B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79"/>
          <a:stretch>
            <a:fillRect/>
          </a:stretch>
        </p:blipFill>
        <p:spPr>
          <a:xfrm>
            <a:off x="2389185" y="-1206294"/>
            <a:ext cx="4048125" cy="212566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1556A15-7BF1-B08A-AE33-63913B313F3A}"/>
              </a:ext>
            </a:extLst>
          </p:cNvPr>
          <p:cNvSpPr txBox="1"/>
          <p:nvPr/>
        </p:nvSpPr>
        <p:spPr>
          <a:xfrm>
            <a:off x="2548849" y="-1137901"/>
            <a:ext cx="75730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(A)                                            (B)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8AA304-8E1D-F9A5-6DEE-55D6657CA95C}"/>
              </a:ext>
            </a:extLst>
          </p:cNvPr>
          <p:cNvSpPr txBox="1"/>
          <p:nvPr/>
        </p:nvSpPr>
        <p:spPr>
          <a:xfrm>
            <a:off x="2548849" y="919370"/>
            <a:ext cx="77769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(C)                                            (D)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514E94-92D2-C156-9AC6-08AEDBAC421E}"/>
              </a:ext>
            </a:extLst>
          </p:cNvPr>
          <p:cNvSpPr txBox="1"/>
          <p:nvPr/>
        </p:nvSpPr>
        <p:spPr>
          <a:xfrm>
            <a:off x="2548844" y="2999948"/>
            <a:ext cx="77769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(E)                                            (F)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F07329-EF54-E049-AB8C-068E5CA2AB7D}"/>
              </a:ext>
            </a:extLst>
          </p:cNvPr>
          <p:cNvSpPr txBox="1"/>
          <p:nvPr/>
        </p:nvSpPr>
        <p:spPr>
          <a:xfrm>
            <a:off x="2548843" y="5137409"/>
            <a:ext cx="77769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(G)                                            (H)</a:t>
            </a:r>
          </a:p>
        </p:txBody>
      </p:sp>
    </p:spTree>
    <p:extLst>
      <p:ext uri="{BB962C8B-B14F-4D97-AF65-F5344CB8AC3E}">
        <p14:creationId xmlns:p14="http://schemas.microsoft.com/office/powerpoint/2010/main" val="2367811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1C35-4398-5CA5-3444-1A577F1C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D6DA16D-456D-CBF5-7E23-9A037A6E4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03"/>
          <a:stretch>
            <a:fillRect/>
          </a:stretch>
        </p:blipFill>
        <p:spPr>
          <a:xfrm>
            <a:off x="8478782" y="1112633"/>
            <a:ext cx="4048125" cy="212280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CBDDEB7-71BC-4217-0066-CF03E4564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79"/>
          <a:stretch>
            <a:fillRect/>
          </a:stretch>
        </p:blipFill>
        <p:spPr>
          <a:xfrm>
            <a:off x="382572" y="3232581"/>
            <a:ext cx="4048125" cy="21256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662F335-5C88-5262-0B5D-D507AFEE82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16"/>
          <a:stretch>
            <a:fillRect/>
          </a:stretch>
        </p:blipFill>
        <p:spPr>
          <a:xfrm>
            <a:off x="8478783" y="3235439"/>
            <a:ext cx="4048125" cy="2119945"/>
          </a:xfrm>
          <a:prstGeom prst="rect">
            <a:avLst/>
          </a:prstGeom>
        </p:spPr>
      </p:pic>
      <p:pic>
        <p:nvPicPr>
          <p:cNvPr id="34" name="Picture 33" descr="A x-ray of a chest&#10;&#10;AI-generated content may be incorrect.">
            <a:extLst>
              <a:ext uri="{FF2B5EF4-FFF2-40B4-BE49-F238E27FC236}">
                <a16:creationId xmlns:a16="http://schemas.microsoft.com/office/drawing/2014/main" id="{948EB490-D30D-4598-205D-D3CFD692A7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79"/>
          <a:stretch>
            <a:fillRect/>
          </a:stretch>
        </p:blipFill>
        <p:spPr>
          <a:xfrm>
            <a:off x="382585" y="1117806"/>
            <a:ext cx="4048125" cy="21256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A3A8D9-B2BB-7063-42D8-2371FAFB99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75"/>
          <a:stretch>
            <a:fillRect/>
          </a:stretch>
        </p:blipFill>
        <p:spPr>
          <a:xfrm>
            <a:off x="4430684" y="1112636"/>
            <a:ext cx="4048125" cy="2130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A3B898-3E1B-2D48-7A3A-11CC19EB60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09"/>
          <a:stretch>
            <a:fillRect/>
          </a:stretch>
        </p:blipFill>
        <p:spPr>
          <a:xfrm>
            <a:off x="4430697" y="3243469"/>
            <a:ext cx="4048125" cy="2114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5E298A-CF04-C0A4-0A88-48335ED4408E}"/>
              </a:ext>
            </a:extLst>
          </p:cNvPr>
          <p:cNvSpPr txBox="1"/>
          <p:nvPr/>
        </p:nvSpPr>
        <p:spPr>
          <a:xfrm>
            <a:off x="382572" y="1186396"/>
            <a:ext cx="11678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(A)                                              (B)                                             (C)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6296C-967D-1549-49D4-29EBA50F34DC}"/>
              </a:ext>
            </a:extLst>
          </p:cNvPr>
          <p:cNvSpPr txBox="1"/>
          <p:nvPr/>
        </p:nvSpPr>
        <p:spPr>
          <a:xfrm>
            <a:off x="382572" y="3304028"/>
            <a:ext cx="11678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(D)                                              (E)                                             (F)</a:t>
            </a:r>
          </a:p>
        </p:txBody>
      </p:sp>
    </p:spTree>
    <p:extLst>
      <p:ext uri="{BB962C8B-B14F-4D97-AF65-F5344CB8AC3E}">
        <p14:creationId xmlns:p14="http://schemas.microsoft.com/office/powerpoint/2010/main" val="1609597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x-ray of a chest&#10;&#10;AI-generated content may be incorrect.">
            <a:extLst>
              <a:ext uri="{FF2B5EF4-FFF2-40B4-BE49-F238E27FC236}">
                <a16:creationId xmlns:a16="http://schemas.microsoft.com/office/drawing/2014/main" id="{293295B2-3DE3-2AE9-129A-E88EBF79A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0434"/>
          <a:stretch>
            <a:fillRect/>
          </a:stretch>
        </p:blipFill>
        <p:spPr>
          <a:xfrm>
            <a:off x="9185272" y="2393684"/>
            <a:ext cx="5026479" cy="2816941"/>
          </a:xfrm>
          <a:prstGeom prst="rect">
            <a:avLst/>
          </a:prstGeom>
        </p:spPr>
      </p:pic>
      <p:pic>
        <p:nvPicPr>
          <p:cNvPr id="5" name="Picture 4" descr="A close up of a person's neck&#10;&#10;AI-generated content may be incorrect.">
            <a:extLst>
              <a:ext uri="{FF2B5EF4-FFF2-40B4-BE49-F238E27FC236}">
                <a16:creationId xmlns:a16="http://schemas.microsoft.com/office/drawing/2014/main" id="{B091238E-5EC0-57FB-3F4A-1C5D416BF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4"/>
          <a:stretch>
            <a:fillRect/>
          </a:stretch>
        </p:blipFill>
        <p:spPr>
          <a:xfrm>
            <a:off x="4158796" y="2393688"/>
            <a:ext cx="5026479" cy="2816941"/>
          </a:xfrm>
          <a:prstGeom prst="rect">
            <a:avLst/>
          </a:prstGeom>
        </p:spPr>
      </p:pic>
      <p:pic>
        <p:nvPicPr>
          <p:cNvPr id="7" name="Picture 6" descr="A x-ray of a chest&#10;&#10;AI-generated content may be incorrect.">
            <a:extLst>
              <a:ext uri="{FF2B5EF4-FFF2-40B4-BE49-F238E27FC236}">
                <a16:creationId xmlns:a16="http://schemas.microsoft.com/office/drawing/2014/main" id="{2B37DE8B-510A-C6D3-50EA-0BD75F10AE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4"/>
          <a:stretch>
            <a:fillRect/>
          </a:stretch>
        </p:blipFill>
        <p:spPr>
          <a:xfrm>
            <a:off x="9185273" y="-423257"/>
            <a:ext cx="5026479" cy="2816941"/>
          </a:xfrm>
          <a:prstGeom prst="rect">
            <a:avLst/>
          </a:prstGeom>
        </p:spPr>
      </p:pic>
      <p:pic>
        <p:nvPicPr>
          <p:cNvPr id="9" name="Picture 8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09EBA97D-0978-B7AE-3762-F7D1DD1D5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4"/>
          <a:stretch>
            <a:fillRect/>
          </a:stretch>
        </p:blipFill>
        <p:spPr>
          <a:xfrm>
            <a:off x="-867685" y="-423255"/>
            <a:ext cx="5026479" cy="2816940"/>
          </a:xfrm>
          <a:prstGeom prst="rect">
            <a:avLst/>
          </a:prstGeom>
        </p:spPr>
      </p:pic>
      <p:pic>
        <p:nvPicPr>
          <p:cNvPr id="11" name="Picture 10" descr="A close up of a person's neck&#10;&#10;AI-generated content may be incorrect.">
            <a:extLst>
              <a:ext uri="{FF2B5EF4-FFF2-40B4-BE49-F238E27FC236}">
                <a16:creationId xmlns:a16="http://schemas.microsoft.com/office/drawing/2014/main" id="{F4BDEB08-ABA3-A53E-FBA3-A8D7E2E07F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4"/>
          <a:stretch>
            <a:fillRect/>
          </a:stretch>
        </p:blipFill>
        <p:spPr>
          <a:xfrm>
            <a:off x="4158794" y="-423255"/>
            <a:ext cx="5026479" cy="2816940"/>
          </a:xfrm>
          <a:prstGeom prst="rect">
            <a:avLst/>
          </a:prstGeom>
        </p:spPr>
      </p:pic>
      <p:pic>
        <p:nvPicPr>
          <p:cNvPr id="15" name="Picture 14" descr="A close-up of a chest x-ray&#10;&#10;AI-generated content may be incorrect.">
            <a:extLst>
              <a:ext uri="{FF2B5EF4-FFF2-40B4-BE49-F238E27FC236}">
                <a16:creationId xmlns:a16="http://schemas.microsoft.com/office/drawing/2014/main" id="{E680404A-8B95-8A45-A742-6382DE025F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4"/>
          <a:stretch>
            <a:fillRect/>
          </a:stretch>
        </p:blipFill>
        <p:spPr>
          <a:xfrm>
            <a:off x="-867683" y="2393688"/>
            <a:ext cx="5026479" cy="281694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0150129-1B2A-BED2-697C-6E84C094B1D9}"/>
              </a:ext>
            </a:extLst>
          </p:cNvPr>
          <p:cNvSpPr txBox="1"/>
          <p:nvPr/>
        </p:nvSpPr>
        <p:spPr>
          <a:xfrm>
            <a:off x="-706000" y="-247168"/>
            <a:ext cx="11678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(A)                                                        (B)                                                         (C)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8A49EA-7294-BA06-B571-1C0FF21ED25F}"/>
              </a:ext>
            </a:extLst>
          </p:cNvPr>
          <p:cNvSpPr txBox="1"/>
          <p:nvPr/>
        </p:nvSpPr>
        <p:spPr>
          <a:xfrm>
            <a:off x="-706001" y="2568598"/>
            <a:ext cx="11678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(D)                                                        (E)                                                          (F)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C9CCB68-6D15-887A-0202-706BA06B84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372" y="2393684"/>
            <a:ext cx="12192000" cy="455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55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C9EF564-0BC2-5B6A-345C-BECEB2BCE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70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1C41DEE-D9FB-130D-C69D-E34E34F4E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03513"/>
            <a:ext cx="12192000" cy="270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296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AD2E1B-CCC5-7C36-A66F-B7958C985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58B1FE-4012-FE8F-D2B2-20E3C93A42D1}"/>
              </a:ext>
            </a:extLst>
          </p:cNvPr>
          <p:cNvSpPr/>
          <p:nvPr/>
        </p:nvSpPr>
        <p:spPr>
          <a:xfrm>
            <a:off x="1228344" y="525113"/>
            <a:ext cx="3270599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4042E-AEE0-0484-815F-017C028047A4}"/>
              </a:ext>
            </a:extLst>
          </p:cNvPr>
          <p:cNvSpPr/>
          <p:nvPr/>
        </p:nvSpPr>
        <p:spPr>
          <a:xfrm>
            <a:off x="1044225" y="3111245"/>
            <a:ext cx="3270599" cy="489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AC18CC-5FED-EE5D-05AD-6805D9F870A9}"/>
              </a:ext>
            </a:extLst>
          </p:cNvPr>
          <p:cNvSpPr/>
          <p:nvPr/>
        </p:nvSpPr>
        <p:spPr>
          <a:xfrm>
            <a:off x="4422460" y="551878"/>
            <a:ext cx="5178740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8B1834-FCC1-D7DD-51A5-6F3C33879BD5}"/>
              </a:ext>
            </a:extLst>
          </p:cNvPr>
          <p:cNvSpPr/>
          <p:nvPr/>
        </p:nvSpPr>
        <p:spPr>
          <a:xfrm>
            <a:off x="9235440" y="1452957"/>
            <a:ext cx="1704135" cy="143777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417101-9698-4D78-7233-5C5484A7F1B5}"/>
              </a:ext>
            </a:extLst>
          </p:cNvPr>
          <p:cNvSpPr/>
          <p:nvPr/>
        </p:nvSpPr>
        <p:spPr>
          <a:xfrm>
            <a:off x="9601200" y="2852736"/>
            <a:ext cx="1243013" cy="352426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592F9A-3790-8295-A99A-25CA5F284910}"/>
              </a:ext>
            </a:extLst>
          </p:cNvPr>
          <p:cNvSpPr/>
          <p:nvPr/>
        </p:nvSpPr>
        <p:spPr>
          <a:xfrm>
            <a:off x="4552282" y="3270598"/>
            <a:ext cx="5894737" cy="352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BADECC-AC5C-D20E-C0C1-B893A96FEA78}"/>
              </a:ext>
            </a:extLst>
          </p:cNvPr>
          <p:cNvSpPr/>
          <p:nvPr/>
        </p:nvSpPr>
        <p:spPr>
          <a:xfrm>
            <a:off x="5128260" y="3688460"/>
            <a:ext cx="1790699" cy="1965580"/>
          </a:xfrm>
          <a:prstGeom prst="rect">
            <a:avLst/>
          </a:prstGeom>
          <a:solidFill>
            <a:srgbClr val="E6EFF6"/>
          </a:solidFill>
          <a:ln>
            <a:solidFill>
              <a:srgbClr val="E7F0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5E1A3B-B42B-E826-9C6E-FD80F90CDF60}"/>
              </a:ext>
            </a:extLst>
          </p:cNvPr>
          <p:cNvSpPr/>
          <p:nvPr/>
        </p:nvSpPr>
        <p:spPr>
          <a:xfrm>
            <a:off x="4748691" y="5621032"/>
            <a:ext cx="1972149" cy="470205"/>
          </a:xfrm>
          <a:prstGeom prst="rect">
            <a:avLst/>
          </a:prstGeom>
          <a:solidFill>
            <a:srgbClr val="E6EFF6"/>
          </a:solidFill>
          <a:ln>
            <a:solidFill>
              <a:srgbClr val="E7F0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24CEB94-B877-8424-EF39-9D4CF58363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74"/>
          <a:stretch>
            <a:fillRect/>
          </a:stretch>
        </p:blipFill>
        <p:spPr>
          <a:xfrm>
            <a:off x="5416800" y="3837908"/>
            <a:ext cx="962159" cy="8168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39825B-A2A5-54AA-0702-B4CDA69EF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74"/>
          <a:stretch>
            <a:fillRect/>
          </a:stretch>
        </p:blipFill>
        <p:spPr>
          <a:xfrm>
            <a:off x="5416800" y="5003698"/>
            <a:ext cx="962159" cy="81683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CA0AA73-F7F7-89FC-5E0F-A8EF0C472A8E}"/>
              </a:ext>
            </a:extLst>
          </p:cNvPr>
          <p:cNvSpPr/>
          <p:nvPr/>
        </p:nvSpPr>
        <p:spPr>
          <a:xfrm>
            <a:off x="4911805" y="4328415"/>
            <a:ext cx="406956" cy="470205"/>
          </a:xfrm>
          <a:prstGeom prst="rect">
            <a:avLst/>
          </a:prstGeom>
          <a:solidFill>
            <a:srgbClr val="E6EFF6"/>
          </a:solidFill>
          <a:ln>
            <a:solidFill>
              <a:srgbClr val="E7F0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2B6D73-6F2D-C938-7EBE-EE8D0D9A37C1}"/>
              </a:ext>
            </a:extLst>
          </p:cNvPr>
          <p:cNvSpPr/>
          <p:nvPr/>
        </p:nvSpPr>
        <p:spPr>
          <a:xfrm>
            <a:off x="3287339" y="1955742"/>
            <a:ext cx="406956" cy="4702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2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0A498B-195A-F834-559F-6A2575EA24A3}"/>
              </a:ext>
            </a:extLst>
          </p:cNvPr>
          <p:cNvSpPr/>
          <p:nvPr/>
        </p:nvSpPr>
        <p:spPr>
          <a:xfrm>
            <a:off x="2522504" y="2915697"/>
            <a:ext cx="801721" cy="176213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466A98-7053-B074-D0A6-B367814152AD}"/>
              </a:ext>
            </a:extLst>
          </p:cNvPr>
          <p:cNvSpPr/>
          <p:nvPr/>
        </p:nvSpPr>
        <p:spPr>
          <a:xfrm>
            <a:off x="2429635" y="2764629"/>
            <a:ext cx="894590" cy="176213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D38232-1022-53FD-A37D-EF7D69CB3682}"/>
              </a:ext>
            </a:extLst>
          </p:cNvPr>
          <p:cNvSpPr/>
          <p:nvPr/>
        </p:nvSpPr>
        <p:spPr>
          <a:xfrm>
            <a:off x="2365341" y="2706766"/>
            <a:ext cx="218315" cy="176213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: Top Corners Snipped 22">
            <a:extLst>
              <a:ext uri="{FF2B5EF4-FFF2-40B4-BE49-F238E27FC236}">
                <a16:creationId xmlns:a16="http://schemas.microsoft.com/office/drawing/2014/main" id="{5DA51BB7-5B64-D8C9-79DC-84C670394B07}"/>
              </a:ext>
            </a:extLst>
          </p:cNvPr>
          <p:cNvSpPr/>
          <p:nvPr/>
        </p:nvSpPr>
        <p:spPr>
          <a:xfrm rot="8035705">
            <a:off x="3136334" y="2704427"/>
            <a:ext cx="294634" cy="205782"/>
          </a:xfrm>
          <a:prstGeom prst="snip2SameRect">
            <a:avLst>
              <a:gd name="adj1" fmla="val 50000"/>
              <a:gd name="adj2" fmla="val 50000"/>
            </a:avLst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D86AAC-F883-F41C-4E92-08B0219D454C}"/>
              </a:ext>
            </a:extLst>
          </p:cNvPr>
          <p:cNvSpPr/>
          <p:nvPr/>
        </p:nvSpPr>
        <p:spPr>
          <a:xfrm>
            <a:off x="3246404" y="2839042"/>
            <a:ext cx="89727" cy="145709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F74D1A-CBD0-4E34-647C-9FC79B94CA96}"/>
              </a:ext>
            </a:extLst>
          </p:cNvPr>
          <p:cNvSpPr/>
          <p:nvPr/>
        </p:nvSpPr>
        <p:spPr>
          <a:xfrm>
            <a:off x="9423835" y="2888309"/>
            <a:ext cx="1145722" cy="17382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A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4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AU" sz="1400" b="1" i="1" baseline="-25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B7B218-6764-9EBC-0B5B-67914568550B}"/>
              </a:ext>
            </a:extLst>
          </p:cNvPr>
          <p:cNvSpPr/>
          <p:nvPr/>
        </p:nvSpPr>
        <p:spPr>
          <a:xfrm>
            <a:off x="8599595" y="2275236"/>
            <a:ext cx="689186" cy="176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AU" sz="1400" b="1" i="1" dirty="0">
                <a:solidFill>
                  <a:srgbClr val="D38E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AU" sz="1400" b="1" i="1" baseline="-25000" dirty="0">
                <a:solidFill>
                  <a:srgbClr val="D38E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2A3983-C46B-8D94-AE6A-6B769BFDABBE}"/>
              </a:ext>
            </a:extLst>
          </p:cNvPr>
          <p:cNvSpPr/>
          <p:nvPr/>
        </p:nvSpPr>
        <p:spPr>
          <a:xfrm>
            <a:off x="1773460" y="2920742"/>
            <a:ext cx="749044" cy="176213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67521B-5AD4-8316-0594-067D0D07F1ED}"/>
              </a:ext>
            </a:extLst>
          </p:cNvPr>
          <p:cNvSpPr/>
          <p:nvPr/>
        </p:nvSpPr>
        <p:spPr>
          <a:xfrm>
            <a:off x="3347747" y="2862141"/>
            <a:ext cx="749044" cy="176213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47181B-AA17-E0E0-D63D-2E92B9354052}"/>
              </a:ext>
            </a:extLst>
          </p:cNvPr>
          <p:cNvSpPr txBox="1"/>
          <p:nvPr/>
        </p:nvSpPr>
        <p:spPr>
          <a:xfrm rot="21395604">
            <a:off x="1713825" y="2836702"/>
            <a:ext cx="997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0D4265-C641-CC40-DB3B-14A1E221E451}"/>
              </a:ext>
            </a:extLst>
          </p:cNvPr>
          <p:cNvSpPr txBox="1"/>
          <p:nvPr/>
        </p:nvSpPr>
        <p:spPr>
          <a:xfrm rot="21395604">
            <a:off x="3269555" y="2792345"/>
            <a:ext cx="997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D857F4-2E76-3376-2202-3F631766728D}"/>
              </a:ext>
            </a:extLst>
          </p:cNvPr>
          <p:cNvSpPr/>
          <p:nvPr/>
        </p:nvSpPr>
        <p:spPr>
          <a:xfrm>
            <a:off x="2028014" y="4654746"/>
            <a:ext cx="1790699" cy="160517"/>
          </a:xfrm>
          <a:prstGeom prst="rect">
            <a:avLst/>
          </a:prstGeom>
          <a:solidFill>
            <a:srgbClr val="E6EFF6"/>
          </a:solidFill>
          <a:ln>
            <a:solidFill>
              <a:srgbClr val="E7F0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18BEDA-FF63-B641-3093-C18FB8B9FB85}"/>
              </a:ext>
            </a:extLst>
          </p:cNvPr>
          <p:cNvSpPr/>
          <p:nvPr/>
        </p:nvSpPr>
        <p:spPr>
          <a:xfrm>
            <a:off x="1968293" y="5877239"/>
            <a:ext cx="1790699" cy="160517"/>
          </a:xfrm>
          <a:prstGeom prst="rect">
            <a:avLst/>
          </a:prstGeom>
          <a:solidFill>
            <a:srgbClr val="E6EFF6"/>
          </a:solidFill>
          <a:ln>
            <a:solidFill>
              <a:srgbClr val="E7F0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19DB69-503C-ECBA-9E69-8C320C3A95A4}"/>
              </a:ext>
            </a:extLst>
          </p:cNvPr>
          <p:cNvSpPr txBox="1"/>
          <p:nvPr/>
        </p:nvSpPr>
        <p:spPr>
          <a:xfrm rot="21265906">
            <a:off x="1940058" y="4563890"/>
            <a:ext cx="997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B68747-2574-567D-7295-CD1FB383BFCF}"/>
              </a:ext>
            </a:extLst>
          </p:cNvPr>
          <p:cNvSpPr txBox="1"/>
          <p:nvPr/>
        </p:nvSpPr>
        <p:spPr>
          <a:xfrm rot="21265906">
            <a:off x="1930152" y="5779545"/>
            <a:ext cx="997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B4AC2F-F997-452F-CFC0-F3D7A0F26660}"/>
              </a:ext>
            </a:extLst>
          </p:cNvPr>
          <p:cNvSpPr txBox="1"/>
          <p:nvPr/>
        </p:nvSpPr>
        <p:spPr>
          <a:xfrm>
            <a:off x="5340981" y="4651597"/>
            <a:ext cx="1189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D86BF1-0741-2558-C91C-F547CA89849D}"/>
              </a:ext>
            </a:extLst>
          </p:cNvPr>
          <p:cNvSpPr txBox="1"/>
          <p:nvPr/>
        </p:nvSpPr>
        <p:spPr>
          <a:xfrm>
            <a:off x="5340981" y="5811089"/>
            <a:ext cx="1189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sz="1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59C6D7D-7E65-A8D8-B0E4-60A0F7FE77DC}"/>
              </a:ext>
            </a:extLst>
          </p:cNvPr>
          <p:cNvSpPr/>
          <p:nvPr/>
        </p:nvSpPr>
        <p:spPr>
          <a:xfrm>
            <a:off x="5793104" y="4223640"/>
            <a:ext cx="104775" cy="104775"/>
          </a:xfrm>
          <a:prstGeom prst="ellipse">
            <a:avLst/>
          </a:prstGeom>
          <a:solidFill>
            <a:srgbClr val="FD7B24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39FEFCD7-983C-06A0-C53D-5D8BF6D4464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44506" y="3083556"/>
            <a:ext cx="2908044" cy="652329"/>
          </a:xfrm>
          <a:prstGeom prst="rect">
            <a:avLst/>
          </a:prstGeom>
        </p:spPr>
      </p:pic>
      <p:sp>
        <p:nvSpPr>
          <p:cNvPr id="57" name="Arc 56">
            <a:extLst>
              <a:ext uri="{FF2B5EF4-FFF2-40B4-BE49-F238E27FC236}">
                <a16:creationId xmlns:a16="http://schemas.microsoft.com/office/drawing/2014/main" id="{1961AFD9-EA7F-84D8-B03F-315EFA72E739}"/>
              </a:ext>
            </a:extLst>
          </p:cNvPr>
          <p:cNvSpPr/>
          <p:nvPr/>
        </p:nvSpPr>
        <p:spPr>
          <a:xfrm rot="18212662">
            <a:off x="5674819" y="3336339"/>
            <a:ext cx="1166162" cy="1166162"/>
          </a:xfrm>
          <a:prstGeom prst="arc">
            <a:avLst>
              <a:gd name="adj1" fmla="val 12409472"/>
              <a:gd name="adj2" fmla="val 17366181"/>
            </a:avLst>
          </a:prstGeom>
          <a:ln w="38100">
            <a:solidFill>
              <a:srgbClr val="D38E5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680C24D0-BA96-5283-086B-D3F88F4154B5}"/>
                  </a:ext>
                </a:extLst>
              </p:cNvPr>
              <p:cNvSpPr/>
              <p:nvPr/>
            </p:nvSpPr>
            <p:spPr>
              <a:xfrm>
                <a:off x="6961029" y="4024392"/>
                <a:ext cx="1916272" cy="426750"/>
              </a:xfrm>
              <a:prstGeom prst="rect">
                <a:avLst/>
              </a:prstGeom>
              <a:solidFill>
                <a:srgbClr val="E2F0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𝑆𝑖𝑚</m:t>
                    </m:r>
                    <m:d>
                      <m:d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1200" b="1" i="1" smtClean="0">
                                <a:solidFill>
                                  <a:srgbClr val="D38E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b="1" i="1" smtClean="0">
                                <a:solidFill>
                                  <a:srgbClr val="D38E55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AU" sz="1200" b="1" i="1" smtClean="0">
                                <a:solidFill>
                                  <a:srgbClr val="D38E55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AU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AU" sz="1200">
                        <a:solidFill>
                          <a:schemeClr val="tx1"/>
                        </a:solidFill>
                      </a:rPr>
                      <m:t>⋅</m:t>
                    </m:r>
                    <m:sSub>
                      <m:sSubPr>
                        <m:ctrlP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AU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12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AU" sz="1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680C24D0-BA96-5283-086B-D3F88F415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029" y="4024392"/>
                <a:ext cx="1916272" cy="426750"/>
              </a:xfrm>
              <a:prstGeom prst="rect">
                <a:avLst/>
              </a:prstGeom>
              <a:blipFill>
                <a:blip r:embed="rId5"/>
                <a:stretch>
                  <a:fillRect b="-1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FAFC2B24-8318-52B1-079D-77755B88492F}"/>
              </a:ext>
            </a:extLst>
          </p:cNvPr>
          <p:cNvSpPr/>
          <p:nvPr/>
        </p:nvSpPr>
        <p:spPr>
          <a:xfrm>
            <a:off x="9101153" y="5450489"/>
            <a:ext cx="1755454" cy="42675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8A70AD2-D49D-F00F-C216-AFC8DBB0597D}"/>
                  </a:ext>
                </a:extLst>
              </p:cNvPr>
              <p:cNvSpPr txBox="1"/>
              <p:nvPr/>
            </p:nvSpPr>
            <p:spPr>
              <a:xfrm>
                <a:off x="9073822" y="5537109"/>
                <a:ext cx="224416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12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AU" sz="12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A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A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𝑆𝑖𝑚</m:t>
                      </m:r>
                      <m:d>
                        <m:dPr>
                          <m:ctrlP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1200" b="1" i="1" smtClean="0">
                                  <a:solidFill>
                                    <a:srgbClr val="D38E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200" b="1" i="1">
                                  <a:solidFill>
                                    <a:srgbClr val="D38E55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AU" sz="1200" b="1" i="1">
                                  <a:solidFill>
                                    <a:srgbClr val="D38E5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AU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8A70AD2-D49D-F00F-C216-AFC8DBB05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822" y="5537109"/>
                <a:ext cx="224416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>
            <a:extLst>
              <a:ext uri="{FF2B5EF4-FFF2-40B4-BE49-F238E27FC236}">
                <a16:creationId xmlns:a16="http://schemas.microsoft.com/office/drawing/2014/main" id="{F4240DFC-479E-30AB-FC07-47064B694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7975" y="4463771"/>
            <a:ext cx="1459467" cy="129384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0ACC8CD-B5C5-27AD-2DD9-0F8F93C1D20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62110" y="1426023"/>
            <a:ext cx="1704136" cy="1421223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8C51A871-8FF9-4B6A-DEED-206F872C3415}"/>
              </a:ext>
            </a:extLst>
          </p:cNvPr>
          <p:cNvSpPr/>
          <p:nvPr/>
        </p:nvSpPr>
        <p:spPr>
          <a:xfrm>
            <a:off x="10017487" y="2130530"/>
            <a:ext cx="104775" cy="104775"/>
          </a:xfrm>
          <a:prstGeom prst="ellipse">
            <a:avLst/>
          </a:prstGeom>
          <a:solidFill>
            <a:srgbClr val="2BFDF3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533B8D5-92B7-96F8-610E-FEEE38F5CA3C}"/>
              </a:ext>
            </a:extLst>
          </p:cNvPr>
          <p:cNvSpPr/>
          <p:nvPr/>
        </p:nvSpPr>
        <p:spPr>
          <a:xfrm>
            <a:off x="9266366" y="4037021"/>
            <a:ext cx="1673209" cy="149348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F88EB057-08AA-EBA3-4F46-17DDFEBA13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0994" y="4043447"/>
            <a:ext cx="1707028" cy="1420491"/>
          </a:xfrm>
          <a:prstGeom prst="rect">
            <a:avLst/>
          </a:prstGeom>
        </p:spPr>
      </p:pic>
      <p:sp>
        <p:nvSpPr>
          <p:cNvPr id="73" name="Oval 72">
            <a:extLst>
              <a:ext uri="{FF2B5EF4-FFF2-40B4-BE49-F238E27FC236}">
                <a16:creationId xmlns:a16="http://schemas.microsoft.com/office/drawing/2014/main" id="{275B0F0E-FB94-8E57-01C7-9FE474E46369}"/>
              </a:ext>
            </a:extLst>
          </p:cNvPr>
          <p:cNvSpPr/>
          <p:nvPr/>
        </p:nvSpPr>
        <p:spPr>
          <a:xfrm>
            <a:off x="9982732" y="4727595"/>
            <a:ext cx="104775" cy="104775"/>
          </a:xfrm>
          <a:prstGeom prst="ellipse">
            <a:avLst/>
          </a:prstGeom>
          <a:solidFill>
            <a:srgbClr val="2BFDF3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733F0F-D35A-27BD-6DCA-C51FFC6F230C}"/>
              </a:ext>
            </a:extLst>
          </p:cNvPr>
          <p:cNvSpPr txBox="1"/>
          <p:nvPr/>
        </p:nvSpPr>
        <p:spPr>
          <a:xfrm>
            <a:off x="1368575" y="787086"/>
            <a:ext cx="1011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(A) Task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90CF4-5524-18AE-DC36-78FA6E1521BE}"/>
              </a:ext>
            </a:extLst>
          </p:cNvPr>
          <p:cNvSpPr txBox="1"/>
          <p:nvPr/>
        </p:nvSpPr>
        <p:spPr>
          <a:xfrm>
            <a:off x="4437774" y="728425"/>
            <a:ext cx="4229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(B) Using Deformable Image Registration (DIR)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2D0562-9D65-4C69-C258-89FD897E5A06}"/>
              </a:ext>
            </a:extLst>
          </p:cNvPr>
          <p:cNvSpPr txBox="1"/>
          <p:nvPr/>
        </p:nvSpPr>
        <p:spPr>
          <a:xfrm>
            <a:off x="1111859" y="3244639"/>
            <a:ext cx="47274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(C) Using Self-supervised Anatomical </a:t>
            </a:r>
            <a:r>
              <a:rPr lang="en-AU" sz="1600" b="1" dirty="0" err="1">
                <a:latin typeface="Arial Narrow" panose="020B0606020202030204" pitchFamily="34" charset="0"/>
              </a:rPr>
              <a:t>eMbedding</a:t>
            </a:r>
            <a:r>
              <a:rPr lang="en-AU" sz="1600" b="1" dirty="0">
                <a:latin typeface="Arial Narrow" panose="020B0606020202030204" pitchFamily="34" charset="0"/>
              </a:rPr>
              <a:t> (SAM)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C5B9A8AF-400B-9B30-CB06-80EAADDC71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50418" y="387605"/>
            <a:ext cx="1506631" cy="1476070"/>
          </a:xfrm>
          <a:prstGeom prst="rect">
            <a:avLst/>
          </a:prstGeom>
        </p:spPr>
      </p:pic>
      <p:sp>
        <p:nvSpPr>
          <p:cNvPr id="82" name="Arc 81">
            <a:extLst>
              <a:ext uri="{FF2B5EF4-FFF2-40B4-BE49-F238E27FC236}">
                <a16:creationId xmlns:a16="http://schemas.microsoft.com/office/drawing/2014/main" id="{BFB612EF-4E05-CAF4-3404-5E44A0644F67}"/>
              </a:ext>
            </a:extLst>
          </p:cNvPr>
          <p:cNvSpPr/>
          <p:nvPr/>
        </p:nvSpPr>
        <p:spPr>
          <a:xfrm rot="6834802">
            <a:off x="4990916" y="3936606"/>
            <a:ext cx="2428255" cy="926039"/>
          </a:xfrm>
          <a:prstGeom prst="arc">
            <a:avLst>
              <a:gd name="adj1" fmla="val 11923671"/>
              <a:gd name="adj2" fmla="val 19244937"/>
            </a:avLst>
          </a:prstGeom>
          <a:ln w="38100">
            <a:solidFill>
              <a:srgbClr val="D38E5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E200A5-11EE-91DC-1200-CF7BCCDF4478}"/>
              </a:ext>
            </a:extLst>
          </p:cNvPr>
          <p:cNvSpPr txBox="1"/>
          <p:nvPr/>
        </p:nvSpPr>
        <p:spPr>
          <a:xfrm rot="17562613">
            <a:off x="5930659" y="4282355"/>
            <a:ext cx="17166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>
                <a:latin typeface="Arial" panose="020B0604020202020204" pitchFamily="34" charset="0"/>
                <a:cs typeface="Arial" panose="020B0604020202020204" pitchFamily="34" charset="0"/>
              </a:rPr>
              <a:t>Scan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over</a:t>
            </a:r>
            <a:endParaRPr lang="en-AU" sz="1100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17DB9F7E-16D5-E438-3D24-5A09356B86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4746" y="3584665"/>
            <a:ext cx="10278747" cy="56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14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B23AC-35EC-6515-CA3B-AC86E4C5A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61FA21-06CB-5951-A8ED-06ECC4BBB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F7677FE-528F-2782-F7F7-8FA376FE3BCB}"/>
              </a:ext>
            </a:extLst>
          </p:cNvPr>
          <p:cNvSpPr/>
          <p:nvPr/>
        </p:nvSpPr>
        <p:spPr>
          <a:xfrm>
            <a:off x="1228344" y="525113"/>
            <a:ext cx="3270599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5E320B-7DCB-27DF-7833-B52DF83AE02D}"/>
              </a:ext>
            </a:extLst>
          </p:cNvPr>
          <p:cNvSpPr/>
          <p:nvPr/>
        </p:nvSpPr>
        <p:spPr>
          <a:xfrm>
            <a:off x="1044225" y="3111245"/>
            <a:ext cx="3270599" cy="489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72FD80-CEA6-94EE-55FE-2FA4C8ED3422}"/>
              </a:ext>
            </a:extLst>
          </p:cNvPr>
          <p:cNvSpPr/>
          <p:nvPr/>
        </p:nvSpPr>
        <p:spPr>
          <a:xfrm>
            <a:off x="4422460" y="551878"/>
            <a:ext cx="5178740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A07A8F-BA3E-598F-AA3F-2DA67C833B1C}"/>
              </a:ext>
            </a:extLst>
          </p:cNvPr>
          <p:cNvSpPr/>
          <p:nvPr/>
        </p:nvSpPr>
        <p:spPr>
          <a:xfrm>
            <a:off x="9235440" y="1452957"/>
            <a:ext cx="1704135" cy="143777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FEE999-AEE0-9204-530B-D5F70522C091}"/>
              </a:ext>
            </a:extLst>
          </p:cNvPr>
          <p:cNvSpPr/>
          <p:nvPr/>
        </p:nvSpPr>
        <p:spPr>
          <a:xfrm>
            <a:off x="9601200" y="2852736"/>
            <a:ext cx="1243013" cy="352426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238718-B8ED-FF81-FFB9-2A2D0D8BF69F}"/>
              </a:ext>
            </a:extLst>
          </p:cNvPr>
          <p:cNvSpPr/>
          <p:nvPr/>
        </p:nvSpPr>
        <p:spPr>
          <a:xfrm>
            <a:off x="4552282" y="3270598"/>
            <a:ext cx="5894737" cy="352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629E63-4611-A07E-6933-EF93A09750D4}"/>
              </a:ext>
            </a:extLst>
          </p:cNvPr>
          <p:cNvSpPr/>
          <p:nvPr/>
        </p:nvSpPr>
        <p:spPr>
          <a:xfrm>
            <a:off x="5128260" y="3688460"/>
            <a:ext cx="1790699" cy="1965580"/>
          </a:xfrm>
          <a:prstGeom prst="rect">
            <a:avLst/>
          </a:prstGeom>
          <a:solidFill>
            <a:srgbClr val="E6EFF6"/>
          </a:solidFill>
          <a:ln>
            <a:solidFill>
              <a:srgbClr val="E7F0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2EEDF6-5C19-A90D-C2E7-0F2E89C23004}"/>
              </a:ext>
            </a:extLst>
          </p:cNvPr>
          <p:cNvSpPr/>
          <p:nvPr/>
        </p:nvSpPr>
        <p:spPr>
          <a:xfrm>
            <a:off x="4748691" y="5621032"/>
            <a:ext cx="1972149" cy="470205"/>
          </a:xfrm>
          <a:prstGeom prst="rect">
            <a:avLst/>
          </a:prstGeom>
          <a:solidFill>
            <a:srgbClr val="E6EFF6"/>
          </a:solidFill>
          <a:ln>
            <a:solidFill>
              <a:srgbClr val="E7F0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ECC646-B07E-55FF-4060-FCA1BC02FA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74"/>
          <a:stretch>
            <a:fillRect/>
          </a:stretch>
        </p:blipFill>
        <p:spPr>
          <a:xfrm>
            <a:off x="5416800" y="3837908"/>
            <a:ext cx="962159" cy="8168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5DBF44-04D6-A879-FA82-050B932B3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74"/>
          <a:stretch>
            <a:fillRect/>
          </a:stretch>
        </p:blipFill>
        <p:spPr>
          <a:xfrm>
            <a:off x="5416800" y="5003698"/>
            <a:ext cx="962159" cy="81683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4A5D1E1-AF7E-51A2-ED15-C3815707E35B}"/>
              </a:ext>
            </a:extLst>
          </p:cNvPr>
          <p:cNvSpPr/>
          <p:nvPr/>
        </p:nvSpPr>
        <p:spPr>
          <a:xfrm>
            <a:off x="4911805" y="4328415"/>
            <a:ext cx="406956" cy="470205"/>
          </a:xfrm>
          <a:prstGeom prst="rect">
            <a:avLst/>
          </a:prstGeom>
          <a:solidFill>
            <a:srgbClr val="E6EFF6"/>
          </a:solidFill>
          <a:ln>
            <a:solidFill>
              <a:srgbClr val="E7F0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323B5F-390B-4AF5-811C-C2DD16C938D7}"/>
              </a:ext>
            </a:extLst>
          </p:cNvPr>
          <p:cNvSpPr/>
          <p:nvPr/>
        </p:nvSpPr>
        <p:spPr>
          <a:xfrm>
            <a:off x="3287339" y="1955742"/>
            <a:ext cx="406956" cy="4702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2">
                    <a:lumMod val="25000"/>
                    <a:lumOff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FD286B-2A8E-4C14-61B8-1DDE194C15C3}"/>
              </a:ext>
            </a:extLst>
          </p:cNvPr>
          <p:cNvSpPr/>
          <p:nvPr/>
        </p:nvSpPr>
        <p:spPr>
          <a:xfrm>
            <a:off x="2522504" y="2915697"/>
            <a:ext cx="801721" cy="176213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726C66-9D3B-1A3F-B37D-9304B7D51021}"/>
              </a:ext>
            </a:extLst>
          </p:cNvPr>
          <p:cNvSpPr/>
          <p:nvPr/>
        </p:nvSpPr>
        <p:spPr>
          <a:xfrm>
            <a:off x="2429635" y="2764629"/>
            <a:ext cx="894590" cy="176213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54FC4B-CCA6-1668-F708-3CD393171C8F}"/>
              </a:ext>
            </a:extLst>
          </p:cNvPr>
          <p:cNvSpPr/>
          <p:nvPr/>
        </p:nvSpPr>
        <p:spPr>
          <a:xfrm>
            <a:off x="2365341" y="2706766"/>
            <a:ext cx="218315" cy="176213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: Top Corners Snipped 22">
            <a:extLst>
              <a:ext uri="{FF2B5EF4-FFF2-40B4-BE49-F238E27FC236}">
                <a16:creationId xmlns:a16="http://schemas.microsoft.com/office/drawing/2014/main" id="{25564B8F-E851-E4E2-4754-4284451D88DC}"/>
              </a:ext>
            </a:extLst>
          </p:cNvPr>
          <p:cNvSpPr/>
          <p:nvPr/>
        </p:nvSpPr>
        <p:spPr>
          <a:xfrm rot="8035705">
            <a:off x="3136334" y="2704427"/>
            <a:ext cx="294634" cy="205782"/>
          </a:xfrm>
          <a:prstGeom prst="snip2SameRect">
            <a:avLst>
              <a:gd name="adj1" fmla="val 50000"/>
              <a:gd name="adj2" fmla="val 50000"/>
            </a:avLst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88F5F7-7C8E-21FE-C1B2-14896A88220D}"/>
              </a:ext>
            </a:extLst>
          </p:cNvPr>
          <p:cNvSpPr/>
          <p:nvPr/>
        </p:nvSpPr>
        <p:spPr>
          <a:xfrm>
            <a:off x="3246404" y="2839042"/>
            <a:ext cx="89727" cy="145709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EC64AB-F09C-9C53-F3E4-F6EF9F88A6FB}"/>
              </a:ext>
            </a:extLst>
          </p:cNvPr>
          <p:cNvSpPr/>
          <p:nvPr/>
        </p:nvSpPr>
        <p:spPr>
          <a:xfrm>
            <a:off x="9423835" y="2888309"/>
            <a:ext cx="1145722" cy="17382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A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4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AU" sz="1400" b="1" i="1" baseline="-25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C8362A-66A4-28F9-4E72-2B9922FEDFDE}"/>
              </a:ext>
            </a:extLst>
          </p:cNvPr>
          <p:cNvSpPr/>
          <p:nvPr/>
        </p:nvSpPr>
        <p:spPr>
          <a:xfrm>
            <a:off x="8599595" y="2275236"/>
            <a:ext cx="689186" cy="176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AU" sz="1400" b="1" i="1" dirty="0">
                <a:solidFill>
                  <a:srgbClr val="D38E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AU" sz="1400" b="1" i="1" baseline="-25000" dirty="0">
                <a:solidFill>
                  <a:srgbClr val="D38E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286402-5464-1D46-2DA1-4AD6088FEA44}"/>
              </a:ext>
            </a:extLst>
          </p:cNvPr>
          <p:cNvSpPr/>
          <p:nvPr/>
        </p:nvSpPr>
        <p:spPr>
          <a:xfrm>
            <a:off x="1773460" y="2920742"/>
            <a:ext cx="749044" cy="176213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1E31A4-1D17-DA7E-BF7D-6DECBC0BEA64}"/>
              </a:ext>
            </a:extLst>
          </p:cNvPr>
          <p:cNvSpPr/>
          <p:nvPr/>
        </p:nvSpPr>
        <p:spPr>
          <a:xfrm>
            <a:off x="3347747" y="2862141"/>
            <a:ext cx="749044" cy="176213"/>
          </a:xfrm>
          <a:prstGeom prst="rect">
            <a:avLst/>
          </a:prstGeom>
          <a:solidFill>
            <a:srgbClr val="F4D7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CE1EF-93E1-0EA1-2AE1-77547F60DEF5}"/>
              </a:ext>
            </a:extLst>
          </p:cNvPr>
          <p:cNvSpPr txBox="1"/>
          <p:nvPr/>
        </p:nvSpPr>
        <p:spPr>
          <a:xfrm rot="21395604">
            <a:off x="1713825" y="2836702"/>
            <a:ext cx="997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CC1489-EB56-1D1F-F163-4B4C6A7DCFB5}"/>
              </a:ext>
            </a:extLst>
          </p:cNvPr>
          <p:cNvSpPr txBox="1"/>
          <p:nvPr/>
        </p:nvSpPr>
        <p:spPr>
          <a:xfrm rot="21395604">
            <a:off x="3269555" y="2792345"/>
            <a:ext cx="997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AFC9E83-EDC5-EDDF-704B-5E5682F784F6}"/>
              </a:ext>
            </a:extLst>
          </p:cNvPr>
          <p:cNvSpPr/>
          <p:nvPr/>
        </p:nvSpPr>
        <p:spPr>
          <a:xfrm>
            <a:off x="2028014" y="4654746"/>
            <a:ext cx="1790699" cy="160517"/>
          </a:xfrm>
          <a:prstGeom prst="rect">
            <a:avLst/>
          </a:prstGeom>
          <a:solidFill>
            <a:srgbClr val="E6EFF6"/>
          </a:solidFill>
          <a:ln>
            <a:solidFill>
              <a:srgbClr val="E7F0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D89240-DF58-D68C-4BD8-6464712EEFA4}"/>
              </a:ext>
            </a:extLst>
          </p:cNvPr>
          <p:cNvSpPr/>
          <p:nvPr/>
        </p:nvSpPr>
        <p:spPr>
          <a:xfrm>
            <a:off x="1968293" y="5877239"/>
            <a:ext cx="1790699" cy="160517"/>
          </a:xfrm>
          <a:prstGeom prst="rect">
            <a:avLst/>
          </a:prstGeom>
          <a:solidFill>
            <a:srgbClr val="E6EFF6"/>
          </a:solidFill>
          <a:ln>
            <a:solidFill>
              <a:srgbClr val="E7F0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ECDDFC-F267-602E-AB4E-72AA519E41E8}"/>
              </a:ext>
            </a:extLst>
          </p:cNvPr>
          <p:cNvSpPr txBox="1"/>
          <p:nvPr/>
        </p:nvSpPr>
        <p:spPr>
          <a:xfrm rot="21265906">
            <a:off x="1940058" y="4563890"/>
            <a:ext cx="997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161393-3707-329A-AEA0-3D5B9DD2A5EF}"/>
              </a:ext>
            </a:extLst>
          </p:cNvPr>
          <p:cNvSpPr txBox="1"/>
          <p:nvPr/>
        </p:nvSpPr>
        <p:spPr>
          <a:xfrm rot="21265906">
            <a:off x="1930152" y="5779545"/>
            <a:ext cx="997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U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88065D-B175-5BBF-58F0-125DF5BA6BA3}"/>
              </a:ext>
            </a:extLst>
          </p:cNvPr>
          <p:cNvSpPr txBox="1"/>
          <p:nvPr/>
        </p:nvSpPr>
        <p:spPr>
          <a:xfrm>
            <a:off x="5340981" y="4651597"/>
            <a:ext cx="1189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DA8620-5B14-AF01-6515-1ADEE00CFECF}"/>
              </a:ext>
            </a:extLst>
          </p:cNvPr>
          <p:cNvSpPr txBox="1"/>
          <p:nvPr/>
        </p:nvSpPr>
        <p:spPr>
          <a:xfrm>
            <a:off x="5340981" y="5811089"/>
            <a:ext cx="1189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  <a:r>
              <a:rPr lang="en-A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AU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sz="1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4BCE66E-D11A-8865-ADA0-1DEADA2F3193}"/>
              </a:ext>
            </a:extLst>
          </p:cNvPr>
          <p:cNvSpPr/>
          <p:nvPr/>
        </p:nvSpPr>
        <p:spPr>
          <a:xfrm>
            <a:off x="5793104" y="4223640"/>
            <a:ext cx="104775" cy="104775"/>
          </a:xfrm>
          <a:prstGeom prst="ellipse">
            <a:avLst/>
          </a:prstGeom>
          <a:solidFill>
            <a:srgbClr val="FD7B24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102728B-42A3-5031-AFF9-0933A24B083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44506" y="3083556"/>
            <a:ext cx="2908044" cy="652329"/>
          </a:xfrm>
          <a:prstGeom prst="rect">
            <a:avLst/>
          </a:prstGeom>
        </p:spPr>
      </p:pic>
      <p:sp>
        <p:nvSpPr>
          <p:cNvPr id="57" name="Arc 56">
            <a:extLst>
              <a:ext uri="{FF2B5EF4-FFF2-40B4-BE49-F238E27FC236}">
                <a16:creationId xmlns:a16="http://schemas.microsoft.com/office/drawing/2014/main" id="{A4EEF059-8660-A2D4-AE67-C199AE0F5CE1}"/>
              </a:ext>
            </a:extLst>
          </p:cNvPr>
          <p:cNvSpPr/>
          <p:nvPr/>
        </p:nvSpPr>
        <p:spPr>
          <a:xfrm rot="18212662">
            <a:off x="5674819" y="3336339"/>
            <a:ext cx="1166162" cy="1166162"/>
          </a:xfrm>
          <a:prstGeom prst="arc">
            <a:avLst>
              <a:gd name="adj1" fmla="val 12409472"/>
              <a:gd name="adj2" fmla="val 17366181"/>
            </a:avLst>
          </a:prstGeom>
          <a:ln w="38100">
            <a:solidFill>
              <a:srgbClr val="D38E5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2A84831-59CD-DA14-5742-533D5233C4A5}"/>
                  </a:ext>
                </a:extLst>
              </p:cNvPr>
              <p:cNvSpPr/>
              <p:nvPr/>
            </p:nvSpPr>
            <p:spPr>
              <a:xfrm>
                <a:off x="6961029" y="4024392"/>
                <a:ext cx="1916272" cy="426750"/>
              </a:xfrm>
              <a:prstGeom prst="rect">
                <a:avLst/>
              </a:prstGeom>
              <a:solidFill>
                <a:srgbClr val="E2F0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𝑆𝑖𝑚</m:t>
                    </m:r>
                    <m:d>
                      <m:d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1200" b="1" i="1" smtClean="0">
                                <a:solidFill>
                                  <a:srgbClr val="D38E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b="1" i="1" smtClean="0">
                                <a:solidFill>
                                  <a:srgbClr val="D38E55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AU" sz="1200" b="1" i="1" smtClean="0">
                                <a:solidFill>
                                  <a:srgbClr val="D38E55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AU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AU" sz="1200">
                        <a:solidFill>
                          <a:schemeClr val="tx1"/>
                        </a:solidFill>
                      </a:rPr>
                      <m:t>⋅</m:t>
                    </m:r>
                    <m:sSub>
                      <m:sSubPr>
                        <m:ctrlP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AU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12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AU" sz="1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2A84831-59CD-DA14-5742-533D5233C4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029" y="4024392"/>
                <a:ext cx="1916272" cy="426750"/>
              </a:xfrm>
              <a:prstGeom prst="rect">
                <a:avLst/>
              </a:prstGeom>
              <a:blipFill>
                <a:blip r:embed="rId5"/>
                <a:stretch>
                  <a:fillRect b="-1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119888A3-2F47-020F-8D40-A67AED67207E}"/>
              </a:ext>
            </a:extLst>
          </p:cNvPr>
          <p:cNvSpPr/>
          <p:nvPr/>
        </p:nvSpPr>
        <p:spPr>
          <a:xfrm>
            <a:off x="9101153" y="5450489"/>
            <a:ext cx="1755454" cy="42675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7985815-6985-1BAB-9F4D-2A86471D942C}"/>
                  </a:ext>
                </a:extLst>
              </p:cNvPr>
              <p:cNvSpPr txBox="1"/>
              <p:nvPr/>
            </p:nvSpPr>
            <p:spPr>
              <a:xfrm>
                <a:off x="9073822" y="5537109"/>
                <a:ext cx="224416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12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AU" sz="12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A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A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𝑆𝑖𝑚</m:t>
                      </m:r>
                      <m:d>
                        <m:dPr>
                          <m:ctrlP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1200" b="1" i="1" smtClean="0">
                                  <a:solidFill>
                                    <a:srgbClr val="D38E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200" b="1" i="1">
                                  <a:solidFill>
                                    <a:srgbClr val="D38E55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AU" sz="1200" b="1" i="1">
                                  <a:solidFill>
                                    <a:srgbClr val="D38E5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AU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7985815-6985-1BAB-9F4D-2A86471D9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822" y="5537109"/>
                <a:ext cx="224416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>
            <a:extLst>
              <a:ext uri="{FF2B5EF4-FFF2-40B4-BE49-F238E27FC236}">
                <a16:creationId xmlns:a16="http://schemas.microsoft.com/office/drawing/2014/main" id="{541237A7-B526-74FF-38F4-8BE5BC4006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7975" y="4463771"/>
            <a:ext cx="1459467" cy="129384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5677D42-9B5A-8B9A-37F7-A48042806B7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62110" y="1426023"/>
            <a:ext cx="1704136" cy="1421223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E0069B9E-4317-9AE6-23CE-BB16B1E9F03E}"/>
              </a:ext>
            </a:extLst>
          </p:cNvPr>
          <p:cNvSpPr/>
          <p:nvPr/>
        </p:nvSpPr>
        <p:spPr>
          <a:xfrm>
            <a:off x="10017487" y="2130530"/>
            <a:ext cx="104775" cy="104775"/>
          </a:xfrm>
          <a:prstGeom prst="ellipse">
            <a:avLst/>
          </a:prstGeom>
          <a:solidFill>
            <a:srgbClr val="2BFDF3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EC0F30B-6EF8-A262-DBB4-93A9784E7A86}"/>
              </a:ext>
            </a:extLst>
          </p:cNvPr>
          <p:cNvSpPr/>
          <p:nvPr/>
        </p:nvSpPr>
        <p:spPr>
          <a:xfrm>
            <a:off x="9266366" y="4037021"/>
            <a:ext cx="1673209" cy="149348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0034292D-80F4-4E87-1FFE-4398F546CB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0994" y="4043447"/>
            <a:ext cx="1707028" cy="1420491"/>
          </a:xfrm>
          <a:prstGeom prst="rect">
            <a:avLst/>
          </a:prstGeom>
        </p:spPr>
      </p:pic>
      <p:sp>
        <p:nvSpPr>
          <p:cNvPr id="73" name="Oval 72">
            <a:extLst>
              <a:ext uri="{FF2B5EF4-FFF2-40B4-BE49-F238E27FC236}">
                <a16:creationId xmlns:a16="http://schemas.microsoft.com/office/drawing/2014/main" id="{EF2C19DE-F8FE-18B7-1E7F-F8104A0B14AC}"/>
              </a:ext>
            </a:extLst>
          </p:cNvPr>
          <p:cNvSpPr/>
          <p:nvPr/>
        </p:nvSpPr>
        <p:spPr>
          <a:xfrm>
            <a:off x="9982732" y="4727595"/>
            <a:ext cx="104775" cy="104775"/>
          </a:xfrm>
          <a:prstGeom prst="ellipse">
            <a:avLst/>
          </a:prstGeom>
          <a:solidFill>
            <a:srgbClr val="2BFDF3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9B1576-83CF-0836-2D74-81B4ACD9B353}"/>
              </a:ext>
            </a:extLst>
          </p:cNvPr>
          <p:cNvSpPr txBox="1"/>
          <p:nvPr/>
        </p:nvSpPr>
        <p:spPr>
          <a:xfrm>
            <a:off x="1161970" y="338579"/>
            <a:ext cx="1011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(A) Task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38CC3F-F9BE-E648-5DA0-29BE8118DBA0}"/>
              </a:ext>
            </a:extLst>
          </p:cNvPr>
          <p:cNvSpPr txBox="1"/>
          <p:nvPr/>
        </p:nvSpPr>
        <p:spPr>
          <a:xfrm>
            <a:off x="4437774" y="728425"/>
            <a:ext cx="4229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(B) Using Deformable Image Registration (DIR)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CB88B8-066F-00A3-8EDA-68A3A06DFCC4}"/>
              </a:ext>
            </a:extLst>
          </p:cNvPr>
          <p:cNvSpPr txBox="1"/>
          <p:nvPr/>
        </p:nvSpPr>
        <p:spPr>
          <a:xfrm>
            <a:off x="1111859" y="3244639"/>
            <a:ext cx="47274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(C) Using Self-supervised Anatomical </a:t>
            </a:r>
            <a:r>
              <a:rPr lang="en-AU" sz="1600" b="1" dirty="0" err="1">
                <a:latin typeface="Arial Narrow" panose="020B0606020202030204" pitchFamily="34" charset="0"/>
              </a:rPr>
              <a:t>eMbedding</a:t>
            </a:r>
            <a:r>
              <a:rPr lang="en-AU" sz="1600" b="1" dirty="0">
                <a:latin typeface="Arial Narrow" panose="020B0606020202030204" pitchFamily="34" charset="0"/>
              </a:rPr>
              <a:t> (SAM)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89A8F9CC-052C-0D09-5779-12D762C5EBFA}"/>
              </a:ext>
            </a:extLst>
          </p:cNvPr>
          <p:cNvSpPr/>
          <p:nvPr/>
        </p:nvSpPr>
        <p:spPr>
          <a:xfrm rot="6834802">
            <a:off x="4990916" y="3936606"/>
            <a:ext cx="2428255" cy="926039"/>
          </a:xfrm>
          <a:prstGeom prst="arc">
            <a:avLst>
              <a:gd name="adj1" fmla="val 11923671"/>
              <a:gd name="adj2" fmla="val 19244937"/>
            </a:avLst>
          </a:prstGeom>
          <a:ln w="38100">
            <a:solidFill>
              <a:srgbClr val="D38E55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335AF4-D129-ABE0-E659-AA96F1F6047D}"/>
              </a:ext>
            </a:extLst>
          </p:cNvPr>
          <p:cNvSpPr txBox="1"/>
          <p:nvPr/>
        </p:nvSpPr>
        <p:spPr>
          <a:xfrm rot="17562613">
            <a:off x="5930659" y="4282355"/>
            <a:ext cx="17166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>
                <a:latin typeface="Arial" panose="020B0604020202020204" pitchFamily="34" charset="0"/>
                <a:cs typeface="Arial" panose="020B0604020202020204" pitchFamily="34" charset="0"/>
              </a:rPr>
              <a:t>Scan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over</a:t>
            </a:r>
            <a:endParaRPr lang="en-AU" sz="1100" dirty="0"/>
          </a:p>
        </p:txBody>
      </p:sp>
    </p:spTree>
    <p:extLst>
      <p:ext uri="{BB962C8B-B14F-4D97-AF65-F5344CB8AC3E}">
        <p14:creationId xmlns:p14="http://schemas.microsoft.com/office/powerpoint/2010/main" val="2944509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4D79ACC-AE68-565B-B6BD-0AC2CEFAF1E7}"/>
              </a:ext>
            </a:extLst>
          </p:cNvPr>
          <p:cNvSpPr/>
          <p:nvPr/>
        </p:nvSpPr>
        <p:spPr>
          <a:xfrm>
            <a:off x="8294694" y="3606638"/>
            <a:ext cx="2031901" cy="2299392"/>
          </a:xfrm>
          <a:prstGeom prst="roundRect">
            <a:avLst>
              <a:gd name="adj" fmla="val 906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88E28-D2AA-BFD9-A4B9-B5A37EF74E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86" t="4811" r="66617" b="56263"/>
          <a:stretch>
            <a:fillRect/>
          </a:stretch>
        </p:blipFill>
        <p:spPr>
          <a:xfrm>
            <a:off x="366079" y="676910"/>
            <a:ext cx="3294061" cy="207168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688142-97E7-9047-8DDD-C4BE2B6698B3}"/>
              </a:ext>
            </a:extLst>
          </p:cNvPr>
          <p:cNvSpPr/>
          <p:nvPr/>
        </p:nvSpPr>
        <p:spPr>
          <a:xfrm>
            <a:off x="3717290" y="626110"/>
            <a:ext cx="6664960" cy="2171700"/>
          </a:xfrm>
          <a:prstGeom prst="roundRect">
            <a:avLst>
              <a:gd name="adj" fmla="val 9065"/>
            </a:avLst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C9179D-D78E-2111-942A-AC7202B462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33" t="6840" r="23198" b="53310"/>
          <a:stretch>
            <a:fillRect/>
          </a:stretch>
        </p:blipFill>
        <p:spPr>
          <a:xfrm>
            <a:off x="5520690" y="676910"/>
            <a:ext cx="2552700" cy="21209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90A9E8D-228A-8435-2C39-9961FC2C2D39}"/>
              </a:ext>
            </a:extLst>
          </p:cNvPr>
          <p:cNvSpPr/>
          <p:nvPr/>
        </p:nvSpPr>
        <p:spPr>
          <a:xfrm>
            <a:off x="7952739" y="1299209"/>
            <a:ext cx="368300" cy="512921"/>
          </a:xfrm>
          <a:prstGeom prst="rect">
            <a:avLst/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346A8B-6CD8-AE7B-3E69-6B097A654D58}"/>
              </a:ext>
            </a:extLst>
          </p:cNvPr>
          <p:cNvGrpSpPr/>
          <p:nvPr/>
        </p:nvGrpSpPr>
        <p:grpSpPr>
          <a:xfrm>
            <a:off x="8622032" y="1102331"/>
            <a:ext cx="1704136" cy="1636107"/>
            <a:chOff x="8201230" y="1928943"/>
            <a:chExt cx="1704136" cy="16361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A96479F-D56A-BBE2-1247-05E98FD8D852}"/>
                </a:ext>
              </a:extLst>
            </p:cNvPr>
            <p:cNvSpPr/>
            <p:nvPr/>
          </p:nvSpPr>
          <p:spPr>
            <a:xfrm>
              <a:off x="8362955" y="3391229"/>
              <a:ext cx="1145722" cy="173821"/>
            </a:xfrm>
            <a:prstGeom prst="rect">
              <a:avLst/>
            </a:prstGeom>
            <a:solidFill>
              <a:srgbClr val="E5EF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Identify</a:t>
              </a:r>
              <a:r>
                <a:rPr lang="en-AU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AU" sz="1400" b="1" i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AU" sz="1400" b="1" i="1" baseline="-250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F72F050-B2BB-AB09-D756-CCEC2DFFA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201230" y="1928943"/>
              <a:ext cx="1704136" cy="1421223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AEF11F-86D9-178C-6971-F6A675FD49D6}"/>
                </a:ext>
              </a:extLst>
            </p:cNvPr>
            <p:cNvSpPr/>
            <p:nvPr/>
          </p:nvSpPr>
          <p:spPr>
            <a:xfrm>
              <a:off x="8956607" y="2633450"/>
              <a:ext cx="104775" cy="104775"/>
            </a:xfrm>
            <a:prstGeom prst="ellipse">
              <a:avLst/>
            </a:prstGeom>
            <a:solidFill>
              <a:srgbClr val="2BFDF3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4E0416-D82E-5F31-7EF9-C950292D6F7A}"/>
              </a:ext>
            </a:extLst>
          </p:cNvPr>
          <p:cNvCxnSpPr/>
          <p:nvPr/>
        </p:nvCxnSpPr>
        <p:spPr>
          <a:xfrm>
            <a:off x="8136889" y="1859225"/>
            <a:ext cx="524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36366C5-3A24-EF69-2CDB-9A1A3C5F6D5A}"/>
              </a:ext>
            </a:extLst>
          </p:cNvPr>
          <p:cNvSpPr txBox="1"/>
          <p:nvPr/>
        </p:nvSpPr>
        <p:spPr>
          <a:xfrm>
            <a:off x="7821296" y="1511138"/>
            <a:ext cx="1078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200" dirty="0">
                <a:solidFill>
                  <a:schemeClr val="tx1"/>
                </a:solidFill>
                <a:latin typeface="Arial Narrow" panose="020B0606020202030204" pitchFamily="34" charset="0"/>
              </a:rPr>
              <a:t>Apply DVF </a:t>
            </a:r>
          </a:p>
          <a:p>
            <a:pPr algn="ctr"/>
            <a:endParaRPr lang="en-AU" sz="12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AU" sz="1200" dirty="0">
                <a:solidFill>
                  <a:schemeClr val="tx1"/>
                </a:solidFill>
                <a:latin typeface="Arial Narrow" panose="020B0606020202030204" pitchFamily="34" charset="0"/>
              </a:rPr>
              <a:t>on </a:t>
            </a:r>
            <a:r>
              <a:rPr lang="en-AU" sz="1200" b="1" i="1" dirty="0">
                <a:solidFill>
                  <a:srgbClr val="D38E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AU" sz="1200" b="1" i="1" baseline="-25000" dirty="0">
                <a:solidFill>
                  <a:srgbClr val="D38E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EAD3AAB-7661-8490-5E46-9D1EDAC19F29}"/>
              </a:ext>
            </a:extLst>
          </p:cNvPr>
          <p:cNvSpPr/>
          <p:nvPr/>
        </p:nvSpPr>
        <p:spPr>
          <a:xfrm>
            <a:off x="667512" y="3606638"/>
            <a:ext cx="7565545" cy="2299392"/>
          </a:xfrm>
          <a:prstGeom prst="roundRect">
            <a:avLst>
              <a:gd name="adj" fmla="val 9065"/>
            </a:avLst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5133DF-68D9-EFAC-3180-75DA7364408C}"/>
              </a:ext>
            </a:extLst>
          </p:cNvPr>
          <p:cNvGrpSpPr/>
          <p:nvPr/>
        </p:nvGrpSpPr>
        <p:grpSpPr>
          <a:xfrm>
            <a:off x="779282" y="3655850"/>
            <a:ext cx="1489076" cy="2120900"/>
            <a:chOff x="870108" y="4235450"/>
            <a:chExt cx="1489076" cy="21209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154847A-4263-4903-9CE7-6BF8739AE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034" t="6840" r="53990" b="53310"/>
            <a:stretch>
              <a:fillRect/>
            </a:stretch>
          </p:blipFill>
          <p:spPr>
            <a:xfrm>
              <a:off x="870108" y="4235450"/>
              <a:ext cx="1168241" cy="2120900"/>
            </a:xfrm>
            <a:prstGeom prst="rect">
              <a:avLst/>
            </a:prstGeom>
          </p:spPr>
        </p:pic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A35AB8DC-B427-5EA1-F219-29335EA607E4}"/>
                </a:ext>
              </a:extLst>
            </p:cNvPr>
            <p:cNvSpPr/>
            <p:nvPr/>
          </p:nvSpPr>
          <p:spPr>
            <a:xfrm>
              <a:off x="1936909" y="4448175"/>
              <a:ext cx="412750" cy="590550"/>
            </a:xfrm>
            <a:prstGeom prst="triangle">
              <a:avLst>
                <a:gd name="adj" fmla="val 3846"/>
              </a:avLst>
            </a:prstGeom>
            <a:solidFill>
              <a:srgbClr val="E5EF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9A2B577A-6238-1CD5-D43B-DDA8A3517E02}"/>
                </a:ext>
              </a:extLst>
            </p:cNvPr>
            <p:cNvSpPr/>
            <p:nvPr/>
          </p:nvSpPr>
          <p:spPr>
            <a:xfrm>
              <a:off x="1946434" y="5461000"/>
              <a:ext cx="412750" cy="590550"/>
            </a:xfrm>
            <a:prstGeom prst="triangle">
              <a:avLst>
                <a:gd name="adj" fmla="val 6154"/>
              </a:avLst>
            </a:prstGeom>
            <a:solidFill>
              <a:srgbClr val="E5EF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39B8EB0-C38F-13D6-F92C-B39851D957F9}"/>
              </a:ext>
            </a:extLst>
          </p:cNvPr>
          <p:cNvGrpSpPr/>
          <p:nvPr/>
        </p:nvGrpSpPr>
        <p:grpSpPr>
          <a:xfrm>
            <a:off x="3943347" y="651510"/>
            <a:ext cx="1489076" cy="2120900"/>
            <a:chOff x="870108" y="4235450"/>
            <a:chExt cx="1489076" cy="21209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5DB8356-54B0-D61A-8AD3-7B6B096EE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034" t="6840" r="53990" b="53310"/>
            <a:stretch>
              <a:fillRect/>
            </a:stretch>
          </p:blipFill>
          <p:spPr>
            <a:xfrm>
              <a:off x="870108" y="4235450"/>
              <a:ext cx="1168241" cy="2120900"/>
            </a:xfrm>
            <a:prstGeom prst="rect">
              <a:avLst/>
            </a:prstGeom>
          </p:spPr>
        </p:pic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2E53A58-FF00-811A-597A-E0AEC216C381}"/>
                </a:ext>
              </a:extLst>
            </p:cNvPr>
            <p:cNvSpPr/>
            <p:nvPr/>
          </p:nvSpPr>
          <p:spPr>
            <a:xfrm>
              <a:off x="1936909" y="4448175"/>
              <a:ext cx="412750" cy="590550"/>
            </a:xfrm>
            <a:prstGeom prst="triangle">
              <a:avLst>
                <a:gd name="adj" fmla="val 3846"/>
              </a:avLst>
            </a:prstGeom>
            <a:solidFill>
              <a:srgbClr val="E5EF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9FD3A226-9712-92C4-6439-8EE02279B784}"/>
                </a:ext>
              </a:extLst>
            </p:cNvPr>
            <p:cNvSpPr/>
            <p:nvPr/>
          </p:nvSpPr>
          <p:spPr>
            <a:xfrm>
              <a:off x="1946434" y="5461000"/>
              <a:ext cx="412750" cy="590550"/>
            </a:xfrm>
            <a:prstGeom prst="triangle">
              <a:avLst>
                <a:gd name="adj" fmla="val 6154"/>
              </a:avLst>
            </a:prstGeom>
            <a:solidFill>
              <a:srgbClr val="E5EF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9" name="Right Brace 28">
            <a:extLst>
              <a:ext uri="{FF2B5EF4-FFF2-40B4-BE49-F238E27FC236}">
                <a16:creationId xmlns:a16="http://schemas.microsoft.com/office/drawing/2014/main" id="{E44D4185-C240-A0E9-2474-95F6E85F8403}"/>
              </a:ext>
            </a:extLst>
          </p:cNvPr>
          <p:cNvSpPr/>
          <p:nvPr/>
        </p:nvSpPr>
        <p:spPr>
          <a:xfrm>
            <a:off x="5078730" y="1036320"/>
            <a:ext cx="308509" cy="1249680"/>
          </a:xfrm>
          <a:prstGeom prst="rightBrace">
            <a:avLst>
              <a:gd name="adj1" fmla="val 42912"/>
              <a:gd name="adj2" fmla="val 64024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F0DF837-9079-FB25-DFBF-20E524DD6B40}"/>
              </a:ext>
            </a:extLst>
          </p:cNvPr>
          <p:cNvSpPr/>
          <p:nvPr/>
        </p:nvSpPr>
        <p:spPr>
          <a:xfrm>
            <a:off x="5419407" y="1785799"/>
            <a:ext cx="114300" cy="97007"/>
          </a:xfrm>
          <a:prstGeom prst="rightArrow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D9ED3F1-CF06-8A45-E153-E1979B6DFBC5}"/>
              </a:ext>
            </a:extLst>
          </p:cNvPr>
          <p:cNvSpPr/>
          <p:nvPr/>
        </p:nvSpPr>
        <p:spPr>
          <a:xfrm>
            <a:off x="2096462" y="3847734"/>
            <a:ext cx="715724" cy="433070"/>
          </a:xfrm>
          <a:prstGeom prst="roundRect">
            <a:avLst/>
          </a:prstGeom>
          <a:solidFill>
            <a:srgbClr val="BED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  <a:latin typeface="Arial Narrow" panose="020B0606020202030204" pitchFamily="34" charset="0"/>
              </a:rPr>
              <a:t>SAM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6CBEA8F-F7D1-219B-9A83-BA6CF389D2DF}"/>
              </a:ext>
            </a:extLst>
          </p:cNvPr>
          <p:cNvSpPr/>
          <p:nvPr/>
        </p:nvSpPr>
        <p:spPr>
          <a:xfrm>
            <a:off x="2094408" y="4779519"/>
            <a:ext cx="715724" cy="433070"/>
          </a:xfrm>
          <a:prstGeom prst="roundRect">
            <a:avLst/>
          </a:prstGeom>
          <a:solidFill>
            <a:srgbClr val="BED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  <a:latin typeface="Arial Narrow" panose="020B0606020202030204" pitchFamily="34" charset="0"/>
              </a:rPr>
              <a:t>SAM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FEDDC67-843D-4439-9D07-8D320CE8AA5A}"/>
              </a:ext>
            </a:extLst>
          </p:cNvPr>
          <p:cNvCxnSpPr>
            <a:cxnSpLocks/>
          </p:cNvCxnSpPr>
          <p:nvPr/>
        </p:nvCxnSpPr>
        <p:spPr>
          <a:xfrm>
            <a:off x="2029968" y="4359452"/>
            <a:ext cx="857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9FD08B-05F0-9208-6B75-085DAF0D9949}"/>
              </a:ext>
            </a:extLst>
          </p:cNvPr>
          <p:cNvCxnSpPr>
            <a:cxnSpLocks/>
          </p:cNvCxnSpPr>
          <p:nvPr/>
        </p:nvCxnSpPr>
        <p:spPr>
          <a:xfrm>
            <a:off x="2029968" y="5275270"/>
            <a:ext cx="857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81D7953-95A9-4F1F-B021-AADE0B9CB88F}"/>
              </a:ext>
            </a:extLst>
          </p:cNvPr>
          <p:cNvGrpSpPr/>
          <p:nvPr/>
        </p:nvGrpSpPr>
        <p:grpSpPr>
          <a:xfrm>
            <a:off x="2887748" y="3655850"/>
            <a:ext cx="1189359" cy="2250180"/>
            <a:chOff x="3591780" y="4182066"/>
            <a:chExt cx="1189359" cy="2250180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C7D45B39-D990-CFB1-99C2-D06AB63BA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774"/>
            <a:stretch>
              <a:fillRect/>
            </a:stretch>
          </p:blipFill>
          <p:spPr>
            <a:xfrm>
              <a:off x="3667599" y="4182066"/>
              <a:ext cx="962159" cy="816838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D27AAD2E-1D26-073D-BC32-6F9E48815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774"/>
            <a:stretch>
              <a:fillRect/>
            </a:stretch>
          </p:blipFill>
          <p:spPr>
            <a:xfrm>
              <a:off x="3667599" y="5347856"/>
              <a:ext cx="962159" cy="816838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A717FC9-5C55-7449-CF51-828AE468A2C8}"/>
                </a:ext>
              </a:extLst>
            </p:cNvPr>
            <p:cNvSpPr txBox="1"/>
            <p:nvPr/>
          </p:nvSpPr>
          <p:spPr>
            <a:xfrm>
              <a:off x="3591780" y="4995755"/>
              <a:ext cx="118935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200" dirty="0">
                  <a:latin typeface="Arial" panose="020B0604020202020204" pitchFamily="34" charset="0"/>
                  <a:cs typeface="Arial" panose="020B0604020202020204" pitchFamily="34" charset="0"/>
                </a:rPr>
                <a:t>Embedding</a:t>
              </a:r>
              <a:r>
                <a:rPr lang="en-AU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AU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AU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AU" sz="12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E5E6BDF-D453-078E-F288-EC8D75B2C862}"/>
                </a:ext>
              </a:extLst>
            </p:cNvPr>
            <p:cNvSpPr txBox="1"/>
            <p:nvPr/>
          </p:nvSpPr>
          <p:spPr>
            <a:xfrm>
              <a:off x="3591780" y="6155247"/>
              <a:ext cx="118935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200" dirty="0">
                  <a:latin typeface="Arial" panose="020B0604020202020204" pitchFamily="34" charset="0"/>
                  <a:cs typeface="Arial" panose="020B0604020202020204" pitchFamily="34" charset="0"/>
                </a:rPr>
                <a:t>Embedding</a:t>
              </a:r>
              <a:r>
                <a:rPr lang="en-AU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AU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AU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AU" sz="120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E7D8EE6-9855-CAD9-EF98-9F70C3FC8349}"/>
              </a:ext>
            </a:extLst>
          </p:cNvPr>
          <p:cNvGrpSpPr/>
          <p:nvPr/>
        </p:nvGrpSpPr>
        <p:grpSpPr>
          <a:xfrm>
            <a:off x="3211313" y="2872912"/>
            <a:ext cx="3077731" cy="2530197"/>
            <a:chOff x="5674819" y="3083556"/>
            <a:chExt cx="3077731" cy="2530197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CAFB352-C119-A7FA-CA99-8E63570EFC03}"/>
                </a:ext>
              </a:extLst>
            </p:cNvPr>
            <p:cNvSpPr/>
            <p:nvPr/>
          </p:nvSpPr>
          <p:spPr>
            <a:xfrm>
              <a:off x="5793104" y="4223640"/>
              <a:ext cx="104775" cy="104775"/>
            </a:xfrm>
            <a:prstGeom prst="ellipse">
              <a:avLst/>
            </a:prstGeom>
            <a:solidFill>
              <a:srgbClr val="FD7B24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57BD9586-0E23-4D89-F2FF-429732E32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44506" y="3083556"/>
              <a:ext cx="2908044" cy="652329"/>
            </a:xfrm>
            <a:prstGeom prst="rect">
              <a:avLst/>
            </a:prstGeom>
          </p:spPr>
        </p:pic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33757D3D-956E-E0EA-1806-7966AFA0AA99}"/>
                </a:ext>
              </a:extLst>
            </p:cNvPr>
            <p:cNvSpPr/>
            <p:nvPr/>
          </p:nvSpPr>
          <p:spPr>
            <a:xfrm rot="18212662">
              <a:off x="5674819" y="3336339"/>
              <a:ext cx="1166162" cy="1166162"/>
            </a:xfrm>
            <a:prstGeom prst="arc">
              <a:avLst>
                <a:gd name="adj1" fmla="val 12409472"/>
                <a:gd name="adj2" fmla="val 17366181"/>
              </a:avLst>
            </a:prstGeom>
            <a:ln w="38100">
              <a:solidFill>
                <a:srgbClr val="D38E55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A98C6A94-39B9-9C1A-0D2E-D88F19F68958}"/>
                </a:ext>
              </a:extLst>
            </p:cNvPr>
            <p:cNvSpPr/>
            <p:nvPr/>
          </p:nvSpPr>
          <p:spPr>
            <a:xfrm rot="6834802">
              <a:off x="4990916" y="3936606"/>
              <a:ext cx="2428255" cy="926039"/>
            </a:xfrm>
            <a:prstGeom prst="arc">
              <a:avLst>
                <a:gd name="adj1" fmla="val 11923671"/>
                <a:gd name="adj2" fmla="val 19244937"/>
              </a:avLst>
            </a:prstGeom>
            <a:ln w="38100">
              <a:solidFill>
                <a:srgbClr val="D38E55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C45A3FB-516B-61DA-9A07-2DD73CF7F360}"/>
                </a:ext>
              </a:extLst>
            </p:cNvPr>
            <p:cNvSpPr txBox="1"/>
            <p:nvPr/>
          </p:nvSpPr>
          <p:spPr>
            <a:xfrm rot="17562613">
              <a:off x="5930659" y="4282355"/>
              <a:ext cx="171669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100" dirty="0"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  <a:r>
                <a:rPr lang="en-AU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over</a:t>
              </a:r>
              <a:endParaRPr lang="en-AU" sz="1100" dirty="0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83AC4E02-83DC-DEEF-3DC2-C1EB00244BDB}"/>
              </a:ext>
            </a:extLst>
          </p:cNvPr>
          <p:cNvSpPr/>
          <p:nvPr/>
        </p:nvSpPr>
        <p:spPr>
          <a:xfrm>
            <a:off x="4424360" y="1194434"/>
            <a:ext cx="104775" cy="104775"/>
          </a:xfrm>
          <a:prstGeom prst="ellipse">
            <a:avLst/>
          </a:prstGeom>
          <a:solidFill>
            <a:srgbClr val="FD7B24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F4CD50C-70B3-D25B-C633-6D8E358B14C3}"/>
              </a:ext>
            </a:extLst>
          </p:cNvPr>
          <p:cNvSpPr/>
          <p:nvPr/>
        </p:nvSpPr>
        <p:spPr>
          <a:xfrm>
            <a:off x="1260295" y="4154813"/>
            <a:ext cx="104775" cy="104775"/>
          </a:xfrm>
          <a:prstGeom prst="ellipse">
            <a:avLst/>
          </a:prstGeom>
          <a:solidFill>
            <a:srgbClr val="FD7B24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FFB23D7E-026E-AAA4-EE9C-91859255481F}"/>
                  </a:ext>
                </a:extLst>
              </p:cNvPr>
              <p:cNvSpPr/>
              <p:nvPr/>
            </p:nvSpPr>
            <p:spPr>
              <a:xfrm>
                <a:off x="4418178" y="4048453"/>
                <a:ext cx="1916272" cy="426750"/>
              </a:xfrm>
              <a:prstGeom prst="rect">
                <a:avLst/>
              </a:prstGeom>
              <a:solidFill>
                <a:srgbClr val="E5EFF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𝑆𝑖𝑚</m:t>
                    </m:r>
                    <m:d>
                      <m:d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1200" b="1" i="1" smtClean="0">
                                <a:solidFill>
                                  <a:srgbClr val="D38E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b="1" i="1" smtClean="0">
                                <a:solidFill>
                                  <a:srgbClr val="D38E55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AU" sz="1200" b="1" i="1" smtClean="0">
                                <a:solidFill>
                                  <a:srgbClr val="D38E55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AU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A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AU" sz="1200">
                        <a:solidFill>
                          <a:schemeClr val="tx1"/>
                        </a:solidFill>
                      </a:rPr>
                      <m:t>⋅</m:t>
                    </m:r>
                    <m:sSub>
                      <m:sSubPr>
                        <m:ctrlP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AU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1200" dirty="0">
                    <a:solidFill>
                      <a:schemeClr val="tx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AU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AU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AU" sz="1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FFB23D7E-026E-AAA4-EE9C-9185925548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178" y="4048453"/>
                <a:ext cx="1916272" cy="426750"/>
              </a:xfrm>
              <a:prstGeom prst="rect">
                <a:avLst/>
              </a:prstGeom>
              <a:blipFill>
                <a:blip r:embed="rId6"/>
                <a:stretch>
                  <a:fillRect b="-1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2A02FA2-FE02-45E3-CB2E-4369690E1964}"/>
                  </a:ext>
                </a:extLst>
              </p:cNvPr>
              <p:cNvSpPr txBox="1"/>
              <p:nvPr/>
            </p:nvSpPr>
            <p:spPr>
              <a:xfrm>
                <a:off x="6265086" y="5434527"/>
                <a:ext cx="1968511" cy="276999"/>
              </a:xfrm>
              <a:prstGeom prst="rect">
                <a:avLst/>
              </a:prstGeom>
              <a:solidFill>
                <a:srgbClr val="E5EFF8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12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2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AU" sz="12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A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A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𝑆𝑖𝑚</m:t>
                      </m:r>
                      <m:d>
                        <m:dPr>
                          <m:ctrlP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1200" b="1" i="1" smtClean="0">
                                  <a:solidFill>
                                    <a:srgbClr val="D38E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200" b="1" i="1">
                                  <a:solidFill>
                                    <a:srgbClr val="D38E55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AU" sz="1200" b="1" i="1">
                                  <a:solidFill>
                                    <a:srgbClr val="D38E5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AU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AU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2A02FA2-FE02-45E3-CB2E-4369690E1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086" y="5434527"/>
                <a:ext cx="1968511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6" name="Picture 75">
            <a:extLst>
              <a:ext uri="{FF2B5EF4-FFF2-40B4-BE49-F238E27FC236}">
                <a16:creationId xmlns:a16="http://schemas.microsoft.com/office/drawing/2014/main" id="{6BEDED48-5564-31F9-87B6-8CA2DEE499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5124" y="4487832"/>
            <a:ext cx="1459467" cy="1293843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83671BC7-ED42-8DAA-6BF1-56658F57F3B3}"/>
              </a:ext>
            </a:extLst>
          </p:cNvPr>
          <p:cNvGrpSpPr/>
          <p:nvPr/>
        </p:nvGrpSpPr>
        <p:grpSpPr>
          <a:xfrm>
            <a:off x="6272706" y="4036292"/>
            <a:ext cx="1707028" cy="1420491"/>
            <a:chOff x="7526559" y="5196181"/>
            <a:chExt cx="1707028" cy="1420491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209C3544-6525-768C-79E3-42188B1A6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26559" y="5196181"/>
              <a:ext cx="1707028" cy="1420491"/>
            </a:xfrm>
            <a:prstGeom prst="rect">
              <a:avLst/>
            </a:prstGeom>
          </p:spPr>
        </p:pic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FEA191F-B25B-1E99-9A0F-8EFAB2AD5BC3}"/>
                </a:ext>
              </a:extLst>
            </p:cNvPr>
            <p:cNvSpPr/>
            <p:nvPr/>
          </p:nvSpPr>
          <p:spPr>
            <a:xfrm>
              <a:off x="8238297" y="5880329"/>
              <a:ext cx="104775" cy="104775"/>
            </a:xfrm>
            <a:prstGeom prst="ellipse">
              <a:avLst/>
            </a:prstGeom>
            <a:solidFill>
              <a:srgbClr val="2BFDF3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5158851-7B1A-1F83-58D6-81970253B1FA}"/>
              </a:ext>
            </a:extLst>
          </p:cNvPr>
          <p:cNvSpPr/>
          <p:nvPr/>
        </p:nvSpPr>
        <p:spPr>
          <a:xfrm>
            <a:off x="4601288" y="3722703"/>
            <a:ext cx="1458399" cy="289844"/>
          </a:xfrm>
          <a:prstGeom prst="roundRect">
            <a:avLst/>
          </a:prstGeom>
          <a:solidFill>
            <a:srgbClr val="BED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  <a:latin typeface="Arial Narrow" panose="020B0606020202030204" pitchFamily="34" charset="0"/>
              </a:rPr>
              <a:t>Similarity Map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0DF3F9C1-D590-FCBD-51A8-B120A44B622C}"/>
              </a:ext>
            </a:extLst>
          </p:cNvPr>
          <p:cNvSpPr/>
          <p:nvPr/>
        </p:nvSpPr>
        <p:spPr>
          <a:xfrm>
            <a:off x="6330696" y="3704700"/>
            <a:ext cx="1458399" cy="289844"/>
          </a:xfrm>
          <a:prstGeom prst="roundRect">
            <a:avLst/>
          </a:prstGeom>
          <a:solidFill>
            <a:srgbClr val="BED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  <a:latin typeface="Arial Narrow" panose="020B0606020202030204" pitchFamily="34" charset="0"/>
              </a:rPr>
              <a:t>Argmax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A012CD3-89F5-2E51-8AC9-E8CE21024DAB}"/>
              </a:ext>
            </a:extLst>
          </p:cNvPr>
          <p:cNvSpPr/>
          <p:nvPr/>
        </p:nvSpPr>
        <p:spPr>
          <a:xfrm>
            <a:off x="5432423" y="661978"/>
            <a:ext cx="2704466" cy="484496"/>
          </a:xfrm>
          <a:prstGeom prst="roundRect">
            <a:avLst>
              <a:gd name="adj" fmla="val 9065"/>
            </a:avLst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1BE36DD-5113-E87F-AC88-5CE27FE74782}"/>
              </a:ext>
            </a:extLst>
          </p:cNvPr>
          <p:cNvSpPr/>
          <p:nvPr/>
        </p:nvSpPr>
        <p:spPr>
          <a:xfrm>
            <a:off x="5907651" y="773886"/>
            <a:ext cx="1647912" cy="289844"/>
          </a:xfrm>
          <a:prstGeom prst="roundRect">
            <a:avLst/>
          </a:prstGeom>
          <a:solidFill>
            <a:srgbClr val="BED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  <a:latin typeface="Arial Narrow" panose="020B0606020202030204" pitchFamily="34" charset="0"/>
              </a:rPr>
              <a:t>Image Registration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100728A2-889D-0209-BB53-B83B0E8C1DEA}"/>
              </a:ext>
            </a:extLst>
          </p:cNvPr>
          <p:cNvSpPr/>
          <p:nvPr/>
        </p:nvSpPr>
        <p:spPr>
          <a:xfrm>
            <a:off x="8777180" y="764384"/>
            <a:ext cx="1158876" cy="289844"/>
          </a:xfrm>
          <a:prstGeom prst="roundRect">
            <a:avLst/>
          </a:prstGeom>
          <a:solidFill>
            <a:srgbClr val="BED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  <a:latin typeface="Arial Narrow" panose="020B0606020202030204" pitchFamily="34" charset="0"/>
              </a:rPr>
              <a:t>Transform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8472AD94-25A4-DE59-DCAC-F4AA5B86846B}"/>
              </a:ext>
            </a:extLst>
          </p:cNvPr>
          <p:cNvSpPr/>
          <p:nvPr/>
        </p:nvSpPr>
        <p:spPr>
          <a:xfrm>
            <a:off x="8611096" y="3704700"/>
            <a:ext cx="1458399" cy="2898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  <a:latin typeface="Arial Narrow" panose="020B0606020202030204" pitchFamily="34" charset="0"/>
              </a:rPr>
              <a:t>Quantify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E712BD3E-EE36-9DE5-12EF-FC2C6E7DD6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9906" y="4225735"/>
            <a:ext cx="1636815" cy="1347291"/>
          </a:xfrm>
          <a:prstGeom prst="rect">
            <a:avLst/>
          </a:prstGeom>
        </p:spPr>
      </p:pic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47822C6-1437-60D2-5F7B-DDCE4678FD2C}"/>
              </a:ext>
            </a:extLst>
          </p:cNvPr>
          <p:cNvCxnSpPr>
            <a:cxnSpLocks/>
          </p:cNvCxnSpPr>
          <p:nvPr/>
        </p:nvCxnSpPr>
        <p:spPr>
          <a:xfrm>
            <a:off x="7993560" y="4811454"/>
            <a:ext cx="423740" cy="11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FB1804C-B927-5E71-8E99-952A60BBC67C}"/>
              </a:ext>
            </a:extLst>
          </p:cNvPr>
          <p:cNvCxnSpPr>
            <a:cxnSpLocks/>
          </p:cNvCxnSpPr>
          <p:nvPr/>
        </p:nvCxnSpPr>
        <p:spPr>
          <a:xfrm>
            <a:off x="9377409" y="2900601"/>
            <a:ext cx="0" cy="647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6E98FF75-D1FB-A602-2B0D-425B6ED98D59}"/>
              </a:ext>
            </a:extLst>
          </p:cNvPr>
          <p:cNvSpPr txBox="1"/>
          <p:nvPr/>
        </p:nvSpPr>
        <p:spPr>
          <a:xfrm>
            <a:off x="366079" y="270362"/>
            <a:ext cx="1011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(A) Task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22F82EC-7216-E8C8-CFC5-DBC6C830103E}"/>
              </a:ext>
            </a:extLst>
          </p:cNvPr>
          <p:cNvSpPr txBox="1"/>
          <p:nvPr/>
        </p:nvSpPr>
        <p:spPr>
          <a:xfrm>
            <a:off x="3660140" y="270362"/>
            <a:ext cx="4229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(B) Using Deformable Image Registration (DIR) 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83D36BF-AAAE-68CD-8D1E-E7815B143D04}"/>
              </a:ext>
            </a:extLst>
          </p:cNvPr>
          <p:cNvSpPr txBox="1"/>
          <p:nvPr/>
        </p:nvSpPr>
        <p:spPr>
          <a:xfrm>
            <a:off x="366079" y="2945503"/>
            <a:ext cx="4727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(C) Using Self-supervised</a:t>
            </a:r>
          </a:p>
          <a:p>
            <a:r>
              <a:rPr lang="en-AU" sz="1600" b="1" dirty="0">
                <a:latin typeface="Arial Narrow" panose="020B0606020202030204" pitchFamily="34" charset="0"/>
              </a:rPr>
              <a:t>      Anatomical </a:t>
            </a:r>
            <a:r>
              <a:rPr lang="en-AU" sz="1600" b="1" dirty="0" err="1">
                <a:latin typeface="Arial Narrow" panose="020B0606020202030204" pitchFamily="34" charset="0"/>
              </a:rPr>
              <a:t>eMbedding</a:t>
            </a:r>
            <a:r>
              <a:rPr lang="en-AU" sz="1600" b="1" dirty="0">
                <a:latin typeface="Arial Narrow" panose="020B0606020202030204" pitchFamily="34" charset="0"/>
              </a:rPr>
              <a:t> (SAM)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5C7950-0242-3DDF-5140-EF649583D0E5}"/>
              </a:ext>
            </a:extLst>
          </p:cNvPr>
          <p:cNvSpPr txBox="1"/>
          <p:nvPr/>
        </p:nvSpPr>
        <p:spPr>
          <a:xfrm>
            <a:off x="8205430" y="3160118"/>
            <a:ext cx="1011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(D) Error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030819A-6294-3F69-3720-2E3EF8A46E14}"/>
              </a:ext>
            </a:extLst>
          </p:cNvPr>
          <p:cNvSpPr txBox="1"/>
          <p:nvPr/>
        </p:nvSpPr>
        <p:spPr>
          <a:xfrm>
            <a:off x="9960975" y="2269818"/>
            <a:ext cx="666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AU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sz="1400" b="1" i="1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AF70D3B-7498-CEA1-50DB-A5AD15B5DF4E}"/>
              </a:ext>
            </a:extLst>
          </p:cNvPr>
          <p:cNvSpPr txBox="1"/>
          <p:nvPr/>
        </p:nvSpPr>
        <p:spPr>
          <a:xfrm>
            <a:off x="7753030" y="5018784"/>
            <a:ext cx="666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AU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sz="1400" b="1" i="1" dirty="0"/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6CA2A91A-74F4-EE10-BA04-85B92E1799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221" y="270362"/>
            <a:ext cx="10290940" cy="569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21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C067C8B-E6E5-C0F1-9CAA-D51AFF7E9124}"/>
              </a:ext>
            </a:extLst>
          </p:cNvPr>
          <p:cNvGrpSpPr/>
          <p:nvPr/>
        </p:nvGrpSpPr>
        <p:grpSpPr>
          <a:xfrm>
            <a:off x="4429046" y="2480768"/>
            <a:ext cx="2909966" cy="622067"/>
            <a:chOff x="6038771" y="2688527"/>
            <a:chExt cx="2909966" cy="6220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107672C-37E1-04D5-7C6C-2EAA9CF80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351" t="11428" r="5629" b="9319"/>
            <a:stretch>
              <a:fillRect/>
            </a:stretch>
          </p:blipFill>
          <p:spPr>
            <a:xfrm>
              <a:off x="6074569" y="2805035"/>
              <a:ext cx="2814637" cy="483896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DBB1CFB-86A4-F629-E03D-20E80553D818}"/>
                </a:ext>
              </a:extLst>
            </p:cNvPr>
            <p:cNvSpPr/>
            <p:nvPr/>
          </p:nvSpPr>
          <p:spPr>
            <a:xfrm>
              <a:off x="6114572" y="2844897"/>
              <a:ext cx="236441" cy="236441"/>
            </a:xfrm>
            <a:prstGeom prst="ellipse">
              <a:avLst/>
            </a:prstGeom>
            <a:solidFill>
              <a:srgbClr val="FD7B24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F6A956-5037-8F9D-7EF7-E10919D6A93E}"/>
                </a:ext>
              </a:extLst>
            </p:cNvPr>
            <p:cNvSpPr/>
            <p:nvPr/>
          </p:nvSpPr>
          <p:spPr>
            <a:xfrm>
              <a:off x="6074569" y="3113512"/>
              <a:ext cx="2874168" cy="1754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56A363F-D309-63BC-6FBC-B34995EAECBA}"/>
                </a:ext>
              </a:extLst>
            </p:cNvPr>
            <p:cNvSpPr txBox="1"/>
            <p:nvPr/>
          </p:nvSpPr>
          <p:spPr>
            <a:xfrm>
              <a:off x="6310312" y="2800762"/>
              <a:ext cx="5026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0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…</a:t>
              </a:r>
              <a:endParaRPr lang="en-AU" sz="1000" b="1" dirty="0">
                <a:latin typeface="Arial Narrow" panose="020B0606020202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E0138F-4335-8712-7C99-604805A31545}"/>
                </a:ext>
              </a:extLst>
            </p:cNvPr>
            <p:cNvSpPr txBox="1"/>
            <p:nvPr/>
          </p:nvSpPr>
          <p:spPr>
            <a:xfrm>
              <a:off x="6706391" y="3064373"/>
              <a:ext cx="216455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1000" b="1" dirty="0">
                  <a:latin typeface="Arial Narrow" panose="020B0606020202030204" pitchFamily="34" charset="0"/>
                  <a:cs typeface="Arial" panose="020B0604020202020204" pitchFamily="34" charset="0"/>
                </a:rPr>
                <a:t>1D Embedding Vector </a:t>
              </a:r>
              <a:r>
                <a:rPr lang="en-AU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AU" sz="1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AU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AU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AU" sz="1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AU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AU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AU" sz="1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AU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7D0106-144F-0228-A382-C3492101F193}"/>
                </a:ext>
              </a:extLst>
            </p:cNvPr>
            <p:cNvSpPr txBox="1"/>
            <p:nvPr/>
          </p:nvSpPr>
          <p:spPr>
            <a:xfrm>
              <a:off x="6114255" y="3074186"/>
              <a:ext cx="55245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U" sz="9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AU" sz="9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AU" sz="9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989813-0607-5045-A093-E0C770F3BE7D}"/>
                </a:ext>
              </a:extLst>
            </p:cNvPr>
            <p:cNvSpPr/>
            <p:nvPr/>
          </p:nvSpPr>
          <p:spPr>
            <a:xfrm>
              <a:off x="6044803" y="2688527"/>
              <a:ext cx="2874168" cy="1240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311A5D7-696B-1111-6652-79F9919029BE}"/>
                </a:ext>
              </a:extLst>
            </p:cNvPr>
            <p:cNvSpPr/>
            <p:nvPr/>
          </p:nvSpPr>
          <p:spPr>
            <a:xfrm>
              <a:off x="6038771" y="2814451"/>
              <a:ext cx="45719" cy="2816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45EB5EA8-9626-50FB-4356-5520E8679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978" y="3102835"/>
            <a:ext cx="2908044" cy="6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83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B6C55C-7F55-5659-152D-200BF73434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3843"/>
          <a:stretch>
            <a:fillRect/>
          </a:stretch>
        </p:blipFill>
        <p:spPr>
          <a:xfrm>
            <a:off x="875979" y="1252414"/>
            <a:ext cx="2924781" cy="17446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645A17-F889-2CBE-F440-3B2D5DB2A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4" y="1252414"/>
            <a:ext cx="2924781" cy="1744607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DAA49E5D-5F6B-025F-B01E-F43D4DE27792}"/>
              </a:ext>
            </a:extLst>
          </p:cNvPr>
          <p:cNvSpPr/>
          <p:nvPr/>
        </p:nvSpPr>
        <p:spPr>
          <a:xfrm>
            <a:off x="2626995" y="2207013"/>
            <a:ext cx="104775" cy="1047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C4CEC05-8B97-D776-203F-440141611166}"/>
              </a:ext>
            </a:extLst>
          </p:cNvPr>
          <p:cNvSpPr/>
          <p:nvPr/>
        </p:nvSpPr>
        <p:spPr>
          <a:xfrm>
            <a:off x="7927467" y="2072329"/>
            <a:ext cx="104775" cy="1047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674FC9-6421-2495-217B-B09C6909A9A3}"/>
              </a:ext>
            </a:extLst>
          </p:cNvPr>
          <p:cNvSpPr/>
          <p:nvPr/>
        </p:nvSpPr>
        <p:spPr>
          <a:xfrm>
            <a:off x="8032242" y="2207013"/>
            <a:ext cx="104775" cy="104775"/>
          </a:xfrm>
          <a:prstGeom prst="ellipse">
            <a:avLst/>
          </a:prstGeom>
          <a:solidFill>
            <a:srgbClr val="4BFF21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4FBC1F-32F5-2135-0AB5-3A5C38E875A6}"/>
              </a:ext>
            </a:extLst>
          </p:cNvPr>
          <p:cNvGrpSpPr/>
          <p:nvPr/>
        </p:nvGrpSpPr>
        <p:grpSpPr>
          <a:xfrm>
            <a:off x="875979" y="4276029"/>
            <a:ext cx="3229581" cy="2049407"/>
            <a:chOff x="875979" y="4276030"/>
            <a:chExt cx="3229581" cy="204940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A2E0062-2814-9227-54B2-13F08AECF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LightScreen/>
                      </a14:imgEffect>
                    </a14:imgLayer>
                  </a14:imgProps>
                </a:ext>
              </a:extLst>
            </a:blip>
            <a:srcRect t="1" b="3843"/>
            <a:stretch>
              <a:fillRect/>
            </a:stretch>
          </p:blipFill>
          <p:spPr>
            <a:xfrm>
              <a:off x="875979" y="4276030"/>
              <a:ext cx="2924781" cy="174460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8976AFF-2C2A-4633-7C55-08AF63427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LightScreen/>
                      </a14:imgEffect>
                    </a14:imgLayer>
                  </a14:imgProps>
                </a:ext>
              </a:extLst>
            </a:blip>
            <a:srcRect t="1" b="3843"/>
            <a:stretch>
              <a:fillRect/>
            </a:stretch>
          </p:blipFill>
          <p:spPr>
            <a:xfrm>
              <a:off x="1028379" y="4428430"/>
              <a:ext cx="2924781" cy="174460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3C1462-DF51-1DEE-6E8C-71BD1C11A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LightScreen/>
                      </a14:imgEffect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rcRect t="1" b="3843"/>
            <a:stretch>
              <a:fillRect/>
            </a:stretch>
          </p:blipFill>
          <p:spPr>
            <a:xfrm>
              <a:off x="1180779" y="4580830"/>
              <a:ext cx="2924781" cy="1744607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324D907-21F4-C75C-B82B-92A1D6E3785A}"/>
              </a:ext>
            </a:extLst>
          </p:cNvPr>
          <p:cNvGrpSpPr/>
          <p:nvPr/>
        </p:nvGrpSpPr>
        <p:grpSpPr>
          <a:xfrm>
            <a:off x="6200774" y="4276030"/>
            <a:ext cx="3229581" cy="2049407"/>
            <a:chOff x="6200773" y="4580829"/>
            <a:chExt cx="3229581" cy="204940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32A17C2-6686-4405-6161-6638460E5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artisticLightScreen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00773" y="4580829"/>
              <a:ext cx="2924781" cy="174460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AD33970-40FB-C513-237D-128488608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artisticLightScreen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53173" y="4733229"/>
              <a:ext cx="2924781" cy="1744607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A1B61EC-713A-ED5A-D6CA-8747E4728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artisticLightScreen/>
                      </a14:imgEffect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505573" y="4885629"/>
              <a:ext cx="2924781" cy="1744607"/>
            </a:xfrm>
            <a:prstGeom prst="rect">
              <a:avLst/>
            </a:prstGeom>
          </p:spPr>
        </p:pic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A5DE89-0AEA-165E-F75F-50A7C05974A0}"/>
              </a:ext>
            </a:extLst>
          </p:cNvPr>
          <p:cNvCxnSpPr>
            <a:cxnSpLocks/>
          </p:cNvCxnSpPr>
          <p:nvPr/>
        </p:nvCxnSpPr>
        <p:spPr>
          <a:xfrm flipV="1">
            <a:off x="4095275" y="2118880"/>
            <a:ext cx="1895952" cy="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75C278F-9A88-19BC-BB2F-4E8A9D980E79}"/>
              </a:ext>
            </a:extLst>
          </p:cNvPr>
          <p:cNvSpPr txBox="1"/>
          <p:nvPr/>
        </p:nvSpPr>
        <p:spPr>
          <a:xfrm>
            <a:off x="4769944" y="1702997"/>
            <a:ext cx="546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latin typeface="Arial Narrow" panose="020B0606020202030204" pitchFamily="34" charset="0"/>
              </a:rPr>
              <a:t>DIR</a:t>
            </a:r>
            <a:endParaRPr lang="en-AU" b="1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687E9C72-9A2D-FE8B-21AF-8CCA8F82D349}"/>
              </a:ext>
            </a:extLst>
          </p:cNvPr>
          <p:cNvSpPr/>
          <p:nvPr/>
        </p:nvSpPr>
        <p:spPr>
          <a:xfrm rot="818068">
            <a:off x="3127456" y="2118283"/>
            <a:ext cx="2545237" cy="2545237"/>
          </a:xfrm>
          <a:prstGeom prst="arc">
            <a:avLst>
              <a:gd name="adj1" fmla="val 15329757"/>
              <a:gd name="adj2" fmla="val 17366181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15A5DE-4447-75D3-A062-EFEA2DAE1F5D}"/>
              </a:ext>
            </a:extLst>
          </p:cNvPr>
          <p:cNvSpPr txBox="1"/>
          <p:nvPr/>
        </p:nvSpPr>
        <p:spPr>
          <a:xfrm>
            <a:off x="5067354" y="2405494"/>
            <a:ext cx="674925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AU" i="1" dirty="0">
                <a:latin typeface="Arial Narrow" panose="020B0606020202030204" pitchFamily="34" charset="0"/>
              </a:rPr>
              <a:t>DVF</a:t>
            </a:r>
            <a:endParaRPr lang="en-AU" i="1" dirty="0"/>
          </a:p>
        </p:txBody>
      </p:sp>
    </p:spTree>
    <p:extLst>
      <p:ext uri="{BB962C8B-B14F-4D97-AF65-F5344CB8AC3E}">
        <p14:creationId xmlns:p14="http://schemas.microsoft.com/office/powerpoint/2010/main" val="626499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F365C7-044D-DE2D-B4F9-33705A557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75" y="604837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67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2C8F240-5ECA-2AFB-64A9-5025F8FBB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714500"/>
            <a:ext cx="5239348" cy="4369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EFB599-0407-C98D-9C52-FBB5094291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3455" y="875645"/>
            <a:ext cx="6123268" cy="510671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D9909CB-45F5-9400-4B22-1AA1EA340CEB}"/>
              </a:ext>
            </a:extLst>
          </p:cNvPr>
          <p:cNvSpPr/>
          <p:nvPr/>
        </p:nvSpPr>
        <p:spPr>
          <a:xfrm>
            <a:off x="3739515" y="3293267"/>
            <a:ext cx="104775" cy="104775"/>
          </a:xfrm>
          <a:prstGeom prst="ellipse">
            <a:avLst/>
          </a:prstGeom>
          <a:solidFill>
            <a:srgbClr val="2BFDF3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906F9E-FC3B-0845-10E4-DF89E3FD3B38}"/>
              </a:ext>
            </a:extLst>
          </p:cNvPr>
          <p:cNvSpPr/>
          <p:nvPr/>
        </p:nvSpPr>
        <p:spPr>
          <a:xfrm>
            <a:off x="3634740" y="3664743"/>
            <a:ext cx="104775" cy="104775"/>
          </a:xfrm>
          <a:prstGeom prst="ellipse">
            <a:avLst/>
          </a:prstGeom>
          <a:solidFill>
            <a:srgbClr val="3BFF2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0B3A86-29B7-CE61-34F6-D51694AEF10E}"/>
              </a:ext>
            </a:extLst>
          </p:cNvPr>
          <p:cNvCxnSpPr>
            <a:cxnSpLocks/>
          </p:cNvCxnSpPr>
          <p:nvPr/>
        </p:nvCxnSpPr>
        <p:spPr>
          <a:xfrm flipV="1">
            <a:off x="3516392" y="3329090"/>
            <a:ext cx="126206" cy="30480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822512-DCB4-06C0-3B79-BEFE296A265F}"/>
              </a:ext>
            </a:extLst>
          </p:cNvPr>
          <p:cNvCxnSpPr>
            <a:cxnSpLocks/>
          </p:cNvCxnSpPr>
          <p:nvPr/>
        </p:nvCxnSpPr>
        <p:spPr>
          <a:xfrm>
            <a:off x="3545681" y="3264694"/>
            <a:ext cx="193834" cy="67088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C01AF1-2F3F-A259-AF32-B1D14EBE1D31}"/>
              </a:ext>
            </a:extLst>
          </p:cNvPr>
          <p:cNvCxnSpPr>
            <a:cxnSpLocks/>
          </p:cNvCxnSpPr>
          <p:nvPr/>
        </p:nvCxnSpPr>
        <p:spPr>
          <a:xfrm>
            <a:off x="3427095" y="3631199"/>
            <a:ext cx="193834" cy="67088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FB2600F-5BAE-11D3-5731-4984900D667A}"/>
              </a:ext>
            </a:extLst>
          </p:cNvPr>
          <p:cNvSpPr txBox="1"/>
          <p:nvPr/>
        </p:nvSpPr>
        <p:spPr>
          <a:xfrm>
            <a:off x="3836432" y="3253321"/>
            <a:ext cx="6241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9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 Narrow" panose="020B0606020202030204" pitchFamily="34" charset="0"/>
              </a:rPr>
              <a:t>Predicted</a:t>
            </a:r>
            <a:endParaRPr lang="en-AU" sz="2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2F4E32-9EDF-B041-F50D-7FB7D9986D95}"/>
              </a:ext>
            </a:extLst>
          </p:cNvPr>
          <p:cNvSpPr txBox="1"/>
          <p:nvPr/>
        </p:nvSpPr>
        <p:spPr>
          <a:xfrm>
            <a:off x="3687127" y="3631199"/>
            <a:ext cx="8181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9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 Narrow" panose="020B0606020202030204" pitchFamily="34" charset="0"/>
              </a:rPr>
              <a:t>Ground Truth</a:t>
            </a:r>
            <a:endParaRPr lang="en-AU" sz="2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A6DB38-6A50-0C19-C64B-F1B64CEFEC29}"/>
              </a:ext>
            </a:extLst>
          </p:cNvPr>
          <p:cNvSpPr txBox="1"/>
          <p:nvPr/>
        </p:nvSpPr>
        <p:spPr>
          <a:xfrm rot="709967">
            <a:off x="3195273" y="3313583"/>
            <a:ext cx="62412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900" b="1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Error</a:t>
            </a:r>
            <a:endParaRPr lang="en-AU" sz="2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311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27F4856B-B00F-FB07-DE3D-FB41D7990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14" y="980435"/>
            <a:ext cx="5852172" cy="4389129"/>
          </a:xfrm>
          <a:prstGeom prst="rect">
            <a:avLst/>
          </a:prstGeo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1B5A3F4-1D00-D19F-7A45-EDCA598F8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386" y="980435"/>
            <a:ext cx="5852172" cy="4389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FB6311-8365-C4A1-03DB-77B653ABE21D}"/>
              </a:ext>
            </a:extLst>
          </p:cNvPr>
          <p:cNvSpPr txBox="1"/>
          <p:nvPr/>
        </p:nvSpPr>
        <p:spPr>
          <a:xfrm>
            <a:off x="1282850" y="1319159"/>
            <a:ext cx="66514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(A)                                                                                                             (B)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C46A33-2EE5-287F-461F-17EAD177F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82" y="872300"/>
            <a:ext cx="11705335" cy="43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72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2BFED-C732-EC57-AD41-6F5C4903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dots&#10;&#10;AI-generated content may be incorrect.">
            <a:extLst>
              <a:ext uri="{FF2B5EF4-FFF2-40B4-BE49-F238E27FC236}">
                <a16:creationId xmlns:a16="http://schemas.microsoft.com/office/drawing/2014/main" id="{D62B7FDD-9529-0996-3687-61B2ADC54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44" y="1062081"/>
            <a:ext cx="5486411" cy="4572009"/>
          </a:xfrm>
          <a:prstGeom prst="rect">
            <a:avLst/>
          </a:prstGeom>
        </p:spPr>
      </p:pic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CB763B5-2D6C-EF9D-B00F-6AA7CBAFC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261" y="1062081"/>
            <a:ext cx="5486411" cy="4572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353F7D-11AF-009E-D85B-C98032C21154}"/>
              </a:ext>
            </a:extLst>
          </p:cNvPr>
          <p:cNvSpPr txBox="1"/>
          <p:nvPr/>
        </p:nvSpPr>
        <p:spPr>
          <a:xfrm>
            <a:off x="1625750" y="1309634"/>
            <a:ext cx="66514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Arial Narrow" panose="020B0606020202030204" pitchFamily="34" charset="0"/>
              </a:rPr>
              <a:t>(A)                                                                                                             (B)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D1C67E-0CF1-3A77-59D4-A69B03975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62" y="2707170"/>
            <a:ext cx="11089585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03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red dots&#10;&#10;AI-generated content may be incorrect.">
            <a:extLst>
              <a:ext uri="{FF2B5EF4-FFF2-40B4-BE49-F238E27FC236}">
                <a16:creationId xmlns:a16="http://schemas.microsoft.com/office/drawing/2014/main" id="{FAA45CBA-65E3-6F47-156C-67E4EE8C2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-1796143"/>
            <a:ext cx="12192000" cy="5225143"/>
          </a:xfrm>
          <a:prstGeom prst="rect">
            <a:avLst/>
          </a:prstGeom>
        </p:spPr>
      </p:pic>
      <p:pic>
        <p:nvPicPr>
          <p:cNvPr id="9" name="Picture 8" descr="A graph with red dots&#10;&#10;AI-generated content may be incorrect.">
            <a:extLst>
              <a:ext uri="{FF2B5EF4-FFF2-40B4-BE49-F238E27FC236}">
                <a16:creationId xmlns:a16="http://schemas.microsoft.com/office/drawing/2014/main" id="{5520FDF3-BC24-A785-082E-656806AC4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3429000"/>
            <a:ext cx="12192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83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B19F592C-409B-F8F1-C563-FACF15B38E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9"/>
          <a:stretch>
            <a:fillRect/>
          </a:stretch>
        </p:blipFill>
        <p:spPr bwMode="auto">
          <a:xfrm>
            <a:off x="4161377" y="1366838"/>
            <a:ext cx="3381375" cy="333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15B941B0-EB1C-E9F1-8AF4-DAAE159642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9"/>
          <a:stretch>
            <a:fillRect/>
          </a:stretch>
        </p:blipFill>
        <p:spPr bwMode="auto">
          <a:xfrm>
            <a:off x="742949" y="1366838"/>
            <a:ext cx="3381375" cy="333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8765D308-4F18-3D55-89D4-31085DDB4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79805" y="1323974"/>
            <a:ext cx="3381375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E03182-63AE-FF1E-9338-E392A03FE69D}"/>
              </a:ext>
            </a:extLst>
          </p:cNvPr>
          <p:cNvSpPr txBox="1"/>
          <p:nvPr/>
        </p:nvSpPr>
        <p:spPr>
          <a:xfrm>
            <a:off x="835639" y="1512833"/>
            <a:ext cx="7379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solidFill>
                  <a:schemeClr val="bg1"/>
                </a:solidFill>
                <a:latin typeface="Arial Narrow" panose="020B0606020202030204" pitchFamily="34" charset="0"/>
              </a:rPr>
              <a:t>(A)                                                                       (B)                                                                    (C)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C924DA-982F-4728-6D9B-DF84A60DD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09" y="1737213"/>
            <a:ext cx="10217782" cy="33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26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d1d679-7a9d-467b-8ded-9fddbe88f77b}" enabled="0" method="" siteId="{7ad1d679-7a9d-467b-8ded-9fddbe88f7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2621</TotalTime>
  <Words>366</Words>
  <Application>Microsoft Office PowerPoint</Application>
  <PresentationFormat>Widescreen</PresentationFormat>
  <Paragraphs>82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Arial Narrow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Sun</dc:creator>
  <cp:lastModifiedBy>Yu Sun</cp:lastModifiedBy>
  <cp:revision>2</cp:revision>
  <dcterms:created xsi:type="dcterms:W3CDTF">2026-07-20T06:37:25Z</dcterms:created>
  <dcterms:modified xsi:type="dcterms:W3CDTF">2026-07-30T01:58:43Z</dcterms:modified>
</cp:coreProperties>
</file>